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63" r:id="rId5"/>
    <p:sldId id="264" r:id="rId6"/>
    <p:sldId id="265" r:id="rId7"/>
    <p:sldId id="266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8FE"/>
    <a:srgbClr val="FFFDE7"/>
    <a:srgbClr val="F89939"/>
    <a:srgbClr val="777777"/>
    <a:srgbClr val="562C7A"/>
    <a:srgbClr val="F9A825"/>
    <a:srgbClr val="424242"/>
    <a:srgbClr val="26AA57"/>
    <a:srgbClr val="573FF6"/>
    <a:srgbClr val="0097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75" d="100"/>
          <a:sy n="75" d="100"/>
        </p:scale>
        <p:origin x="101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B4D74F-4324-41C9-9333-91204DB94EE0}" type="doc">
      <dgm:prSet loTypeId="urn:microsoft.com/office/officeart/2005/8/layout/cycle3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A3BADAEF-88E8-4125-9632-C298AF421602}">
      <dgm:prSet phldrT="[Texto]" phldr="0" custT="1"/>
      <dgm:spPr/>
      <dgm:t>
        <a:bodyPr/>
        <a:lstStyle/>
        <a:p>
          <a:pPr marL="0" algn="ctr">
            <a:buNone/>
          </a:pPr>
          <a:r>
            <a:rPr lang="es-ES" sz="3000" b="1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Product</a:t>
          </a:r>
          <a:r>
            <a:rPr lang="es-E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Backlog</a:t>
          </a:r>
          <a:br>
            <a:rPr lang="es-E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b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Lista viva de ítems priorizada</a:t>
          </a:r>
          <a:endParaRPr lang="es-ES" sz="30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0D6E680-975E-4281-ACED-A01DC292068D}" type="parTrans" cxnId="{47835FDF-71D3-4DE2-80DE-F169A9981A34}">
      <dgm:prSet/>
      <dgm:spPr/>
      <dgm:t>
        <a:bodyPr/>
        <a:lstStyle/>
        <a:p>
          <a:endParaRPr lang="es-ES"/>
        </a:p>
      </dgm:t>
    </dgm:pt>
    <dgm:pt modelId="{BEAF9AF6-512B-4916-96EE-4F00C35A5506}" type="sibTrans" cxnId="{47835FDF-71D3-4DE2-80DE-F169A9981A34}">
      <dgm:prSet/>
      <dgm:spPr/>
      <dgm:t>
        <a:bodyPr/>
        <a:lstStyle/>
        <a:p>
          <a:endParaRPr lang="es-ES"/>
        </a:p>
      </dgm:t>
    </dgm:pt>
    <dgm:pt modelId="{8FCEA01F-4EEC-4C9C-AD67-18317D0B367B}">
      <dgm:prSet phldrT="[Texto]" phldr="0" custT="1"/>
      <dgm:spPr/>
      <dgm:t>
        <a:bodyPr/>
        <a:lstStyle/>
        <a:p>
          <a:pPr algn="ctr"/>
          <a:r>
            <a:rPr lang="es-E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Planificación del sprint</a:t>
          </a:r>
          <a:br>
            <a:rPr lang="es-E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br>
            <a:rPr lang="es-E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Selección de ítems</a:t>
          </a:r>
          <a:b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Reunión con tutor</a:t>
          </a:r>
          <a:endParaRPr lang="es-ES" sz="30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8EC6847-7D74-4EB4-92FC-607A776EE6C0}" type="parTrans" cxnId="{4EDE01B4-A553-45F5-BF07-10F4817EDE3C}">
      <dgm:prSet/>
      <dgm:spPr/>
      <dgm:t>
        <a:bodyPr/>
        <a:lstStyle/>
        <a:p>
          <a:endParaRPr lang="es-ES"/>
        </a:p>
      </dgm:t>
    </dgm:pt>
    <dgm:pt modelId="{26588834-F8B7-4EC9-9102-F9853DF71829}" type="sibTrans" cxnId="{4EDE01B4-A553-45F5-BF07-10F4817EDE3C}">
      <dgm:prSet/>
      <dgm:spPr/>
      <dgm:t>
        <a:bodyPr/>
        <a:lstStyle/>
        <a:p>
          <a:endParaRPr lang="es-ES"/>
        </a:p>
      </dgm:t>
    </dgm:pt>
    <dgm:pt modelId="{5B1A5FF5-7F1B-49AC-930F-3EACA130FD9D}">
      <dgm:prSet phldrT="[Texto]" phldr="0" custT="1"/>
      <dgm:spPr/>
      <dgm:t>
        <a:bodyPr/>
        <a:lstStyle/>
        <a:p>
          <a:pPr algn="ctr">
            <a:buNone/>
          </a:pPr>
          <a:r>
            <a:rPr lang="es-E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Desarrollo e integración</a:t>
          </a:r>
          <a:br>
            <a:rPr lang="es-E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b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Backend</a:t>
          </a:r>
          <a: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/</a:t>
          </a:r>
          <a:r>
            <a:rPr lang="es-ES" sz="24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Frontend</a:t>
          </a:r>
          <a:b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Machine </a:t>
          </a:r>
          <a:r>
            <a:rPr lang="es-ES" sz="24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Learning</a:t>
          </a:r>
          <a:b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Documentación</a:t>
          </a:r>
          <a:endParaRPr lang="es-ES" sz="30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2C69396-3685-4BD9-B84B-77C51C54C736}" type="parTrans" cxnId="{C6A2F770-A7AF-49BB-A0EF-E556FFD0FDC7}">
      <dgm:prSet/>
      <dgm:spPr/>
      <dgm:t>
        <a:bodyPr/>
        <a:lstStyle/>
        <a:p>
          <a:endParaRPr lang="es-ES"/>
        </a:p>
      </dgm:t>
    </dgm:pt>
    <dgm:pt modelId="{0B5FA160-19ED-486A-9D66-96133B2F2CAB}" type="sibTrans" cxnId="{C6A2F770-A7AF-49BB-A0EF-E556FFD0FDC7}">
      <dgm:prSet/>
      <dgm:spPr/>
      <dgm:t>
        <a:bodyPr/>
        <a:lstStyle/>
        <a:p>
          <a:endParaRPr lang="es-ES"/>
        </a:p>
      </dgm:t>
    </dgm:pt>
    <dgm:pt modelId="{CD2CA77B-C2EE-4C12-867E-30539A373F21}">
      <dgm:prSet phldrT="[Texto]" phldr="0" custT="1"/>
      <dgm:spPr/>
      <dgm:t>
        <a:bodyPr/>
        <a:lstStyle/>
        <a:p>
          <a:pPr algn="ctr">
            <a:buNone/>
          </a:pPr>
          <a:r>
            <a:rPr lang="es-E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Revisión con tutor</a:t>
          </a:r>
          <a:br>
            <a:rPr lang="es-E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b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Demostración del incremento</a:t>
          </a:r>
          <a:b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Reorientación del backlog</a:t>
          </a:r>
          <a:endParaRPr lang="es-ES" sz="30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7D7BAB9-7C99-4DE2-AE5D-BB0FA831F6CD}" type="parTrans" cxnId="{4E0CEBFD-2DA6-4C00-A1F6-AA974DEB4161}">
      <dgm:prSet/>
      <dgm:spPr/>
      <dgm:t>
        <a:bodyPr/>
        <a:lstStyle/>
        <a:p>
          <a:endParaRPr lang="es-ES"/>
        </a:p>
      </dgm:t>
    </dgm:pt>
    <dgm:pt modelId="{D70A8020-F83E-4CAD-85FE-80546BC2BBD5}" type="sibTrans" cxnId="{4E0CEBFD-2DA6-4C00-A1F6-AA974DEB4161}">
      <dgm:prSet/>
      <dgm:spPr/>
      <dgm:t>
        <a:bodyPr/>
        <a:lstStyle/>
        <a:p>
          <a:endParaRPr lang="es-ES"/>
        </a:p>
      </dgm:t>
    </dgm:pt>
    <dgm:pt modelId="{ABC65554-2F72-4FA3-A852-7B4C7D3C5284}" type="pres">
      <dgm:prSet presAssocID="{A5B4D74F-4324-41C9-9333-91204DB94EE0}" presName="Name0" presStyleCnt="0">
        <dgm:presLayoutVars>
          <dgm:dir/>
          <dgm:resizeHandles val="exact"/>
        </dgm:presLayoutVars>
      </dgm:prSet>
      <dgm:spPr/>
    </dgm:pt>
    <dgm:pt modelId="{1271BC46-572D-4ECD-BBF7-AA8D83BC4DD3}" type="pres">
      <dgm:prSet presAssocID="{A5B4D74F-4324-41C9-9333-91204DB94EE0}" presName="cycle" presStyleCnt="0"/>
      <dgm:spPr/>
    </dgm:pt>
    <dgm:pt modelId="{3921EFE5-15B2-42C0-80E3-CE7AC7D1FD36}" type="pres">
      <dgm:prSet presAssocID="{A3BADAEF-88E8-4125-9632-C298AF421602}" presName="nodeFirstNode" presStyleLbl="node1" presStyleIdx="0" presStyleCnt="4">
        <dgm:presLayoutVars>
          <dgm:bulletEnabled val="1"/>
        </dgm:presLayoutVars>
      </dgm:prSet>
      <dgm:spPr/>
    </dgm:pt>
    <dgm:pt modelId="{E95E6FA7-4AE5-4E10-B33D-563EF5B7F7A8}" type="pres">
      <dgm:prSet presAssocID="{BEAF9AF6-512B-4916-96EE-4F00C35A5506}" presName="sibTransFirstNode" presStyleLbl="bgShp" presStyleIdx="0" presStyleCnt="1"/>
      <dgm:spPr/>
    </dgm:pt>
    <dgm:pt modelId="{BCC21407-218A-438D-A421-DF39CE1CBD08}" type="pres">
      <dgm:prSet presAssocID="{8FCEA01F-4EEC-4C9C-AD67-18317D0B367B}" presName="nodeFollowingNodes" presStyleLbl="node1" presStyleIdx="1" presStyleCnt="4">
        <dgm:presLayoutVars>
          <dgm:bulletEnabled val="1"/>
        </dgm:presLayoutVars>
      </dgm:prSet>
      <dgm:spPr/>
    </dgm:pt>
    <dgm:pt modelId="{78C38A53-6718-4EA7-ADA0-6C83E9166113}" type="pres">
      <dgm:prSet presAssocID="{5B1A5FF5-7F1B-49AC-930F-3EACA130FD9D}" presName="nodeFollowingNodes" presStyleLbl="node1" presStyleIdx="2" presStyleCnt="4">
        <dgm:presLayoutVars>
          <dgm:bulletEnabled val="1"/>
        </dgm:presLayoutVars>
      </dgm:prSet>
      <dgm:spPr/>
    </dgm:pt>
    <dgm:pt modelId="{568E6F1B-CD51-49CE-9951-E7182AA3AC39}" type="pres">
      <dgm:prSet presAssocID="{CD2CA77B-C2EE-4C12-867E-30539A373F21}" presName="nodeFollowingNodes" presStyleLbl="node1" presStyleIdx="3" presStyleCnt="4">
        <dgm:presLayoutVars>
          <dgm:bulletEnabled val="1"/>
        </dgm:presLayoutVars>
      </dgm:prSet>
      <dgm:spPr/>
    </dgm:pt>
  </dgm:ptLst>
  <dgm:cxnLst>
    <dgm:cxn modelId="{B36D7725-117D-44DC-B7B5-A8AFF9D5DD93}" type="presOf" srcId="{CD2CA77B-C2EE-4C12-867E-30539A373F21}" destId="{568E6F1B-CD51-49CE-9951-E7182AA3AC39}" srcOrd="0" destOrd="0" presId="urn:microsoft.com/office/officeart/2005/8/layout/cycle3"/>
    <dgm:cxn modelId="{C6A2F770-A7AF-49BB-A0EF-E556FFD0FDC7}" srcId="{A5B4D74F-4324-41C9-9333-91204DB94EE0}" destId="{5B1A5FF5-7F1B-49AC-930F-3EACA130FD9D}" srcOrd="2" destOrd="0" parTransId="{B2C69396-3685-4BD9-B84B-77C51C54C736}" sibTransId="{0B5FA160-19ED-486A-9D66-96133B2F2CAB}"/>
    <dgm:cxn modelId="{ACE53B58-80F3-4AAE-A998-96E719C14CF9}" type="presOf" srcId="{BEAF9AF6-512B-4916-96EE-4F00C35A5506}" destId="{E95E6FA7-4AE5-4E10-B33D-563EF5B7F7A8}" srcOrd="0" destOrd="0" presId="urn:microsoft.com/office/officeart/2005/8/layout/cycle3"/>
    <dgm:cxn modelId="{A2A19884-908D-4619-8DA0-F058546C2969}" type="presOf" srcId="{A3BADAEF-88E8-4125-9632-C298AF421602}" destId="{3921EFE5-15B2-42C0-80E3-CE7AC7D1FD36}" srcOrd="0" destOrd="0" presId="urn:microsoft.com/office/officeart/2005/8/layout/cycle3"/>
    <dgm:cxn modelId="{0CFF39A0-0D6B-4C97-B116-0AC562CAFA55}" type="presOf" srcId="{8FCEA01F-4EEC-4C9C-AD67-18317D0B367B}" destId="{BCC21407-218A-438D-A421-DF39CE1CBD08}" srcOrd="0" destOrd="0" presId="urn:microsoft.com/office/officeart/2005/8/layout/cycle3"/>
    <dgm:cxn modelId="{53844FAB-B058-4864-A753-9B165985B2C9}" type="presOf" srcId="{A5B4D74F-4324-41C9-9333-91204DB94EE0}" destId="{ABC65554-2F72-4FA3-A852-7B4C7D3C5284}" srcOrd="0" destOrd="0" presId="urn:microsoft.com/office/officeart/2005/8/layout/cycle3"/>
    <dgm:cxn modelId="{4EDE01B4-A553-45F5-BF07-10F4817EDE3C}" srcId="{A5B4D74F-4324-41C9-9333-91204DB94EE0}" destId="{8FCEA01F-4EEC-4C9C-AD67-18317D0B367B}" srcOrd="1" destOrd="0" parTransId="{B8EC6847-7D74-4EB4-92FC-607A776EE6C0}" sibTransId="{26588834-F8B7-4EC9-9102-F9853DF71829}"/>
    <dgm:cxn modelId="{D35441BD-CE9F-4611-B54F-76D5F5DD6033}" type="presOf" srcId="{5B1A5FF5-7F1B-49AC-930F-3EACA130FD9D}" destId="{78C38A53-6718-4EA7-ADA0-6C83E9166113}" srcOrd="0" destOrd="0" presId="urn:microsoft.com/office/officeart/2005/8/layout/cycle3"/>
    <dgm:cxn modelId="{47835FDF-71D3-4DE2-80DE-F169A9981A34}" srcId="{A5B4D74F-4324-41C9-9333-91204DB94EE0}" destId="{A3BADAEF-88E8-4125-9632-C298AF421602}" srcOrd="0" destOrd="0" parTransId="{20D6E680-975E-4281-ACED-A01DC292068D}" sibTransId="{BEAF9AF6-512B-4916-96EE-4F00C35A5506}"/>
    <dgm:cxn modelId="{4E0CEBFD-2DA6-4C00-A1F6-AA974DEB4161}" srcId="{A5B4D74F-4324-41C9-9333-91204DB94EE0}" destId="{CD2CA77B-C2EE-4C12-867E-30539A373F21}" srcOrd="3" destOrd="0" parTransId="{97D7BAB9-7C99-4DE2-AE5D-BB0FA831F6CD}" sibTransId="{D70A8020-F83E-4CAD-85FE-80546BC2BBD5}"/>
    <dgm:cxn modelId="{D7DAD364-A7C7-42F0-9B9E-3614BC540243}" type="presParOf" srcId="{ABC65554-2F72-4FA3-A852-7B4C7D3C5284}" destId="{1271BC46-572D-4ECD-BBF7-AA8D83BC4DD3}" srcOrd="0" destOrd="0" presId="urn:microsoft.com/office/officeart/2005/8/layout/cycle3"/>
    <dgm:cxn modelId="{B85609D2-7A41-4760-BAA0-F0ADAA8ABB24}" type="presParOf" srcId="{1271BC46-572D-4ECD-BBF7-AA8D83BC4DD3}" destId="{3921EFE5-15B2-42C0-80E3-CE7AC7D1FD36}" srcOrd="0" destOrd="0" presId="urn:microsoft.com/office/officeart/2005/8/layout/cycle3"/>
    <dgm:cxn modelId="{E16A34B9-1DF5-482B-BF55-FEFB4BD54CD6}" type="presParOf" srcId="{1271BC46-572D-4ECD-BBF7-AA8D83BC4DD3}" destId="{E95E6FA7-4AE5-4E10-B33D-563EF5B7F7A8}" srcOrd="1" destOrd="0" presId="urn:microsoft.com/office/officeart/2005/8/layout/cycle3"/>
    <dgm:cxn modelId="{1BC3F39F-51CF-4062-85A7-145476EB581A}" type="presParOf" srcId="{1271BC46-572D-4ECD-BBF7-AA8D83BC4DD3}" destId="{BCC21407-218A-438D-A421-DF39CE1CBD08}" srcOrd="2" destOrd="0" presId="urn:microsoft.com/office/officeart/2005/8/layout/cycle3"/>
    <dgm:cxn modelId="{0791D0DF-0C74-4EE9-A47B-2484C4B578CF}" type="presParOf" srcId="{1271BC46-572D-4ECD-BBF7-AA8D83BC4DD3}" destId="{78C38A53-6718-4EA7-ADA0-6C83E9166113}" srcOrd="3" destOrd="0" presId="urn:microsoft.com/office/officeart/2005/8/layout/cycle3"/>
    <dgm:cxn modelId="{2CE0ECFF-3165-4B33-B32F-FB864CCBA75C}" type="presParOf" srcId="{1271BC46-572D-4ECD-BBF7-AA8D83BC4DD3}" destId="{568E6F1B-CD51-49CE-9951-E7182AA3AC39}" srcOrd="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5E6FA7-4AE5-4E10-B33D-563EF5B7F7A8}">
      <dsp:nvSpPr>
        <dsp:cNvPr id="0" name=""/>
        <dsp:cNvSpPr/>
      </dsp:nvSpPr>
      <dsp:spPr>
        <a:xfrm>
          <a:off x="2848167" y="-192351"/>
          <a:ext cx="6495664" cy="6495664"/>
        </a:xfrm>
        <a:prstGeom prst="circularArrow">
          <a:avLst>
            <a:gd name="adj1" fmla="val 4668"/>
            <a:gd name="adj2" fmla="val 272909"/>
            <a:gd name="adj3" fmla="val 12778908"/>
            <a:gd name="adj4" fmla="val 18066833"/>
            <a:gd name="adj5" fmla="val 484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21EFE5-15B2-42C0-80E3-CE7AC7D1FD36}">
      <dsp:nvSpPr>
        <dsp:cNvPr id="0" name=""/>
        <dsp:cNvSpPr/>
      </dsp:nvSpPr>
      <dsp:spPr>
        <a:xfrm>
          <a:off x="3905250" y="1249"/>
          <a:ext cx="4381499" cy="21907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b="1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Product</a:t>
          </a:r>
          <a:r>
            <a:rPr lang="es-ES" sz="3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Backlog</a:t>
          </a:r>
          <a:br>
            <a:rPr lang="es-ES" sz="3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b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Lista viva de ítems priorizada</a:t>
          </a:r>
          <a:endParaRPr lang="es-ES" sz="30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012194" y="108193"/>
        <a:ext cx="4167611" cy="1976861"/>
      </dsp:txXfrm>
    </dsp:sp>
    <dsp:sp modelId="{BCC21407-218A-438D-A421-DF39CE1CBD08}">
      <dsp:nvSpPr>
        <dsp:cNvPr id="0" name=""/>
        <dsp:cNvSpPr/>
      </dsp:nvSpPr>
      <dsp:spPr>
        <a:xfrm>
          <a:off x="6237625" y="2333624"/>
          <a:ext cx="4381499" cy="219074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Planificación del sprint</a:t>
          </a:r>
          <a:br>
            <a:rPr lang="es-ES" sz="3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br>
            <a:rPr lang="es-ES" sz="3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Selección de ítems</a:t>
          </a:r>
          <a:b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Reunión con tutor</a:t>
          </a:r>
          <a:endParaRPr lang="es-ES" sz="30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6344569" y="2440568"/>
        <a:ext cx="4167611" cy="1976861"/>
      </dsp:txXfrm>
    </dsp:sp>
    <dsp:sp modelId="{78C38A53-6718-4EA7-ADA0-6C83E9166113}">
      <dsp:nvSpPr>
        <dsp:cNvPr id="0" name=""/>
        <dsp:cNvSpPr/>
      </dsp:nvSpPr>
      <dsp:spPr>
        <a:xfrm>
          <a:off x="3905250" y="4666000"/>
          <a:ext cx="4381499" cy="219074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Desarrollo e integración</a:t>
          </a:r>
          <a:br>
            <a:rPr lang="es-ES" sz="3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12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b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Backend</a:t>
          </a:r>
          <a: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/</a:t>
          </a:r>
          <a:r>
            <a:rPr lang="es-ES" sz="24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Frontend</a:t>
          </a:r>
          <a:b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Machine </a:t>
          </a:r>
          <a:r>
            <a:rPr lang="es-ES" sz="24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Learning</a:t>
          </a:r>
          <a:b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Documentación</a:t>
          </a:r>
          <a:endParaRPr lang="es-ES" sz="30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012194" y="4772944"/>
        <a:ext cx="4167611" cy="1976861"/>
      </dsp:txXfrm>
    </dsp:sp>
    <dsp:sp modelId="{568E6F1B-CD51-49CE-9951-E7182AA3AC39}">
      <dsp:nvSpPr>
        <dsp:cNvPr id="0" name=""/>
        <dsp:cNvSpPr/>
      </dsp:nvSpPr>
      <dsp:spPr>
        <a:xfrm>
          <a:off x="1572874" y="2333625"/>
          <a:ext cx="4381499" cy="219074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Revisión con tutor</a:t>
          </a:r>
          <a:br>
            <a:rPr lang="es-ES" sz="3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b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Demostración del incremento</a:t>
          </a:r>
          <a:b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Reorientación del backlog</a:t>
          </a:r>
          <a:endParaRPr lang="es-ES" sz="30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679818" y="2440569"/>
        <a:ext cx="4167611" cy="19768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875B9-81E3-48EB-AC45-E2B16239D10D}" type="datetimeFigureOut">
              <a:rPr lang="es-ES" smtClean="0"/>
              <a:t>06/07/2026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33030-81AC-4058-9907-DF0C1905F7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6750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FCEDC-C46F-7B2D-E931-4AA7B02CD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4EF9E-BD99-9C0E-D649-9CC9E0AC5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1F1585-66BB-ACC0-D609-597E54F95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941C1-0974-90AC-E6C2-4B71376DA2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76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11144-03BE-FE4E-0BF1-95994BF4A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D99DC6-C4A5-121C-B575-173227476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93D1D3-B577-F574-6D5F-7A0C233CF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22388-AB26-3EB7-E67E-C2F718C79E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69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A91A52-315D-880C-1BBC-5FDFFD582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A68D77-1D24-831A-0D32-1321396BE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F75308-33DE-AC31-DA14-BF8273724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06/07/2026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B9BE5E-23DA-C564-C19D-97698D3C4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50B544-3410-3B48-51A3-1E853A6B6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8328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9CAB7-2F63-9C85-4AF6-6E3A9E682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2706E1-EF29-E341-88B3-BE42AD9FC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23FABA-2D68-48E2-EC72-A300E1EDE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06/07/2026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3BCC2B-5D0F-25BC-1642-0D0DF7B1D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226E9B-0C38-9547-47AB-39F528F03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705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08012-3659-7FA5-10A2-92C50E4F6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E257C2-2D17-D070-F704-12E0BC234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C8BB78-A296-40C9-52D8-B1FDE678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06/07/2026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2ACA34-9AE2-6A8B-6FFD-A245FEE8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D26B53-4C91-E7C0-3FAD-C7C650B72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9395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8D901-BCC4-0DDA-B073-86BDB364F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365C81-E47A-861B-B608-9751FBD2DA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DC33FC-6080-1E3E-3007-006337335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12619-1BF2-2449-895B-28545303F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06/07/2026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780498-8829-F5F5-42E1-D8EEBF562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E9A821-D520-AC01-56D7-134D41580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256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F0D7E2-74D1-E2C6-A596-E6AD2B64D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C06008-2512-5A68-56F4-3F09A0FA4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CAF505-0A7F-D79F-4AE8-4E30900C4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368F43-4B85-9BF7-906B-8961CFDEC3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5B3124-300D-8766-89CD-4EF9B0146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063BC79-A714-E190-4DDF-48D930700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06/07/2026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0326F4A-B81C-E158-7F99-7C1A3390E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1F92DAB-4F54-9E9A-58AA-A3B44356D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905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492C37-6702-05C1-BFC6-C24C4C0C1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C457C4A-18E2-4645-5209-EF91E6F18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06/07/2026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81FF62E-5282-A4FE-912F-510DDD037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60C620-A65A-5B0E-3737-2594B65B6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3231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0E55A4C-306F-4269-EA27-B2E33A577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06/07/2026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97F7518-B5BE-3065-BF9E-92C5B246F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5C95FA-C892-12E5-D4C2-33C3D74B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3221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3B81F-5AB8-0265-093B-C8A87203D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DBBE69-41EF-BC68-1D18-5B75B6EC5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A37F1C-EAD3-1CF9-B812-590407CA8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1D3A75-D619-6D85-BE75-497376A7F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06/07/2026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D464BE-8B12-D655-50A7-D48133179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1773AB-5B11-F15A-CB86-F7521CDB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1003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9FCCA-204C-F286-4374-C7640C475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C59961F-18D3-F7AB-44FD-0FDA5DF320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2D8D7B-BAC6-CFC4-057C-E8B2AB92D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2FA478-CCAB-4CA1-A892-7805DCF4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06/07/2026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CDCE7E-2B88-79D4-DDC2-B1C9A3657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3CDC45-E6E5-1C77-56F9-35B868D9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7344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0F878-CB75-349F-D759-7E885DB17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B6A485-E983-8FC0-4B1D-E8C43D442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11BA01-BE11-FA83-F50C-9CEE4D947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06/07/2026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E4F805-C55C-28C0-EF19-0F6CA8D80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750F89-7312-BF27-3DCE-CA9DF6C7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2424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0ECB31-2DC8-DE84-4CE7-814A28A9A4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B3DFFB-03CD-8D05-B7C9-3B889F6B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521492-A785-FE3A-5742-D55B511CD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06/07/2026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619E87-3DE5-7829-FA88-3C52C41F2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9FA9C9-04CD-5305-916A-7622E77B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3299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903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7F1AC58-2A60-18C1-C388-3079A4F01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B55B94-41F8-D4CA-59BF-D74905A50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E39CD-5998-6470-3538-1D961F868A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F888AD-2037-4E90-B50F-EBB1A322544F}" type="datetimeFigureOut">
              <a:rPr lang="es-ES" smtClean="0"/>
              <a:t>06/07/2026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02270C-1699-54A5-8EAA-4C0FFA174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D56C1C-0C1B-D170-CADB-A3813521D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5454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9" Type="http://schemas.openxmlformats.org/officeDocument/2006/relationships/image" Target="../media/image39.png"/><Relationship Id="rId21" Type="http://schemas.openxmlformats.org/officeDocument/2006/relationships/image" Target="../media/image21.svg"/><Relationship Id="rId34" Type="http://schemas.openxmlformats.org/officeDocument/2006/relationships/image" Target="../media/image34.sv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5" Type="http://schemas.openxmlformats.org/officeDocument/2006/relationships/image" Target="../media/image25.jpeg"/><Relationship Id="rId33" Type="http://schemas.openxmlformats.org/officeDocument/2006/relationships/image" Target="../media/image33.png"/><Relationship Id="rId38" Type="http://schemas.openxmlformats.org/officeDocument/2006/relationships/image" Target="../media/image3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image" Target="../media/image20.sv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24" Type="http://schemas.openxmlformats.org/officeDocument/2006/relationships/image" Target="../media/image24.svg"/><Relationship Id="rId32" Type="http://schemas.openxmlformats.org/officeDocument/2006/relationships/image" Target="../media/image32.png"/><Relationship Id="rId37" Type="http://schemas.openxmlformats.org/officeDocument/2006/relationships/image" Target="../media/image37.png"/><Relationship Id="rId40" Type="http://schemas.openxmlformats.org/officeDocument/2006/relationships/image" Target="../media/image40.png"/><Relationship Id="rId5" Type="http://schemas.openxmlformats.org/officeDocument/2006/relationships/image" Target="../media/image5.png"/><Relationship Id="rId15" Type="http://schemas.openxmlformats.org/officeDocument/2006/relationships/image" Target="../media/image15.svg"/><Relationship Id="rId23" Type="http://schemas.openxmlformats.org/officeDocument/2006/relationships/image" Target="../media/image23.svg"/><Relationship Id="rId28" Type="http://schemas.openxmlformats.org/officeDocument/2006/relationships/image" Target="../media/image28.svg"/><Relationship Id="rId36" Type="http://schemas.openxmlformats.org/officeDocument/2006/relationships/image" Target="../media/image36.jpg"/><Relationship Id="rId10" Type="http://schemas.openxmlformats.org/officeDocument/2006/relationships/image" Target="../media/image10.png"/><Relationship Id="rId19" Type="http://schemas.openxmlformats.org/officeDocument/2006/relationships/image" Target="../media/image19.svg"/><Relationship Id="rId31" Type="http://schemas.openxmlformats.org/officeDocument/2006/relationships/image" Target="../media/image31.jpe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svg"/><Relationship Id="rId35" Type="http://schemas.openxmlformats.org/officeDocument/2006/relationships/image" Target="../media/image35.png"/><Relationship Id="rId8" Type="http://schemas.openxmlformats.org/officeDocument/2006/relationships/image" Target="../media/image8.svg"/><Relationship Id="rId3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0.png"/><Relationship Id="rId18" Type="http://schemas.openxmlformats.org/officeDocument/2006/relationships/image" Target="../media/image44.svg"/><Relationship Id="rId26" Type="http://schemas.openxmlformats.org/officeDocument/2006/relationships/image" Target="../media/image52.png"/><Relationship Id="rId3" Type="http://schemas.openxmlformats.org/officeDocument/2006/relationships/image" Target="../media/image11.svg"/><Relationship Id="rId21" Type="http://schemas.openxmlformats.org/officeDocument/2006/relationships/image" Target="../media/image47.svg"/><Relationship Id="rId7" Type="http://schemas.openxmlformats.org/officeDocument/2006/relationships/image" Target="../media/image16.png"/><Relationship Id="rId12" Type="http://schemas.openxmlformats.org/officeDocument/2006/relationships/image" Target="../media/image9.png"/><Relationship Id="rId17" Type="http://schemas.openxmlformats.org/officeDocument/2006/relationships/image" Target="../media/image43.svg"/><Relationship Id="rId25" Type="http://schemas.openxmlformats.org/officeDocument/2006/relationships/image" Target="../media/image51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2.svg"/><Relationship Id="rId20" Type="http://schemas.openxmlformats.org/officeDocument/2006/relationships/image" Target="../media/image4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11" Type="http://schemas.openxmlformats.org/officeDocument/2006/relationships/image" Target="../media/image38.png"/><Relationship Id="rId24" Type="http://schemas.openxmlformats.org/officeDocument/2006/relationships/image" Target="../media/image50.png"/><Relationship Id="rId5" Type="http://schemas.openxmlformats.org/officeDocument/2006/relationships/image" Target="../media/image20.svg"/><Relationship Id="rId15" Type="http://schemas.openxmlformats.org/officeDocument/2006/relationships/image" Target="../media/image13.png"/><Relationship Id="rId23" Type="http://schemas.openxmlformats.org/officeDocument/2006/relationships/image" Target="../media/image49.svg"/><Relationship Id="rId10" Type="http://schemas.openxmlformats.org/officeDocument/2006/relationships/image" Target="../media/image37.png"/><Relationship Id="rId19" Type="http://schemas.openxmlformats.org/officeDocument/2006/relationships/image" Target="../media/image45.svg"/><Relationship Id="rId4" Type="http://schemas.openxmlformats.org/officeDocument/2006/relationships/image" Target="../media/image19.svg"/><Relationship Id="rId9" Type="http://schemas.openxmlformats.org/officeDocument/2006/relationships/image" Target="../media/image18.png"/><Relationship Id="rId14" Type="http://schemas.openxmlformats.org/officeDocument/2006/relationships/image" Target="../media/image41.svg"/><Relationship Id="rId22" Type="http://schemas.openxmlformats.org/officeDocument/2006/relationships/image" Target="../media/image4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13.png"/><Relationship Id="rId3" Type="http://schemas.openxmlformats.org/officeDocument/2006/relationships/image" Target="../media/image14.svg"/><Relationship Id="rId7" Type="http://schemas.openxmlformats.org/officeDocument/2006/relationships/image" Target="../media/image27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image" Target="../media/image21.svg"/><Relationship Id="rId5" Type="http://schemas.openxmlformats.org/officeDocument/2006/relationships/image" Target="../media/image22.png"/><Relationship Id="rId15" Type="http://schemas.openxmlformats.org/officeDocument/2006/relationships/image" Target="../media/image53.svg"/><Relationship Id="rId10" Type="http://schemas.openxmlformats.org/officeDocument/2006/relationships/image" Target="../media/image20.svg"/><Relationship Id="rId4" Type="http://schemas.openxmlformats.org/officeDocument/2006/relationships/image" Target="../media/image15.svg"/><Relationship Id="rId9" Type="http://schemas.openxmlformats.org/officeDocument/2006/relationships/image" Target="../media/image23.svg"/><Relationship Id="rId1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88C7875-78C9-E489-5238-0B5EBA676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189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31D5EE10-19B1-D791-AE7D-4A8C10B760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1087682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9034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90823933-2E48-0F6B-36E0-F015E5638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009"/>
            <a:ext cx="12192000" cy="608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3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945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0" name="Grupo 1319">
            <a:extLst>
              <a:ext uri="{FF2B5EF4-FFF2-40B4-BE49-F238E27FC236}">
                <a16:creationId xmlns:a16="http://schemas.microsoft.com/office/drawing/2014/main" id="{7A008E7F-3313-F534-7F31-EC8D8F0D5D7B}"/>
              </a:ext>
            </a:extLst>
          </p:cNvPr>
          <p:cNvGrpSpPr/>
          <p:nvPr/>
        </p:nvGrpSpPr>
        <p:grpSpPr>
          <a:xfrm>
            <a:off x="789855" y="361950"/>
            <a:ext cx="8059456" cy="6407150"/>
            <a:chOff x="840654" y="387350"/>
            <a:chExt cx="8059458" cy="6407150"/>
          </a:xfrm>
        </p:grpSpPr>
        <p:sp>
          <p:nvSpPr>
            <p:cNvPr id="34" name="Shape 25"/>
            <p:cNvSpPr/>
            <p:nvPr/>
          </p:nvSpPr>
          <p:spPr>
            <a:xfrm>
              <a:off x="840654" y="387350"/>
              <a:ext cx="8059458" cy="6407150"/>
            </a:xfrm>
            <a:prstGeom prst="roundRect">
              <a:avLst>
                <a:gd name="adj" fmla="val 2105"/>
              </a:avLst>
            </a:prstGeom>
            <a:solidFill>
              <a:srgbClr val="F0F8FE"/>
            </a:solidFill>
            <a:ln w="25400">
              <a:solidFill>
                <a:srgbClr val="1565C0"/>
              </a:solidFill>
              <a:prstDash val="lgDash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97" name="Picture 18" descr="Docker Compose Icon | Dashboard Icons">
              <a:extLst>
                <a:ext uri="{FF2B5EF4-FFF2-40B4-BE49-F238E27FC236}">
                  <a16:creationId xmlns:a16="http://schemas.microsoft.com/office/drawing/2014/main" id="{9E06BCA2-F1BE-276C-D9A9-B518AC7ECF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1703" y="459487"/>
              <a:ext cx="349874" cy="4447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17" name="Text 0">
              <a:extLst>
                <a:ext uri="{FF2B5EF4-FFF2-40B4-BE49-F238E27FC236}">
                  <a16:creationId xmlns:a16="http://schemas.microsoft.com/office/drawing/2014/main" id="{488DF956-ACC5-85FB-7850-7CD61DEC8B26}"/>
                </a:ext>
              </a:extLst>
            </p:cNvPr>
            <p:cNvSpPr/>
            <p:nvPr/>
          </p:nvSpPr>
          <p:spPr>
            <a:xfrm>
              <a:off x="1331374" y="504245"/>
              <a:ext cx="1453576" cy="21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docker-compose</a:t>
              </a:r>
              <a:endParaRPr lang="en-US" sz="2000" dirty="0">
                <a:solidFill>
                  <a:srgbClr val="1565C0"/>
                </a:solidFill>
              </a:endParaRPr>
            </a:p>
          </p:txBody>
        </p:sp>
      </p:grpSp>
      <p:grpSp>
        <p:nvGrpSpPr>
          <p:cNvPr id="1319" name="Grupo 1318">
            <a:extLst>
              <a:ext uri="{FF2B5EF4-FFF2-40B4-BE49-F238E27FC236}">
                <a16:creationId xmlns:a16="http://schemas.microsoft.com/office/drawing/2014/main" id="{F97AC939-DE86-557D-1A45-377F8DC122CA}"/>
              </a:ext>
            </a:extLst>
          </p:cNvPr>
          <p:cNvGrpSpPr/>
          <p:nvPr/>
        </p:nvGrpSpPr>
        <p:grpSpPr>
          <a:xfrm>
            <a:off x="9076011" y="366470"/>
            <a:ext cx="3085160" cy="6408394"/>
            <a:chOff x="9065543" y="392401"/>
            <a:chExt cx="2992168" cy="6408394"/>
          </a:xfrm>
        </p:grpSpPr>
        <p:sp>
          <p:nvSpPr>
            <p:cNvPr id="1282" name="Shape 25">
              <a:extLst>
                <a:ext uri="{FF2B5EF4-FFF2-40B4-BE49-F238E27FC236}">
                  <a16:creationId xmlns:a16="http://schemas.microsoft.com/office/drawing/2014/main" id="{BE0DDB90-F744-44FB-15A3-556FC84EAA21}"/>
                </a:ext>
              </a:extLst>
            </p:cNvPr>
            <p:cNvSpPr/>
            <p:nvPr/>
          </p:nvSpPr>
          <p:spPr>
            <a:xfrm>
              <a:off x="9065543" y="392401"/>
              <a:ext cx="2992168" cy="6408394"/>
            </a:xfrm>
            <a:prstGeom prst="roundRect">
              <a:avLst>
                <a:gd name="adj" fmla="val 2105"/>
              </a:avLst>
            </a:prstGeom>
            <a:solidFill>
              <a:schemeClr val="bg2"/>
            </a:solidFill>
            <a:ln w="25400">
              <a:solidFill>
                <a:srgbClr val="777777"/>
              </a:solidFill>
              <a:prstDash val="lgDash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1318" name="Text 0">
              <a:extLst>
                <a:ext uri="{FF2B5EF4-FFF2-40B4-BE49-F238E27FC236}">
                  <a16:creationId xmlns:a16="http://schemas.microsoft.com/office/drawing/2014/main" id="{DBC100CC-11EB-3CDE-DB06-3F346AB77AC5}"/>
                </a:ext>
              </a:extLst>
            </p:cNvPr>
            <p:cNvSpPr/>
            <p:nvPr/>
          </p:nvSpPr>
          <p:spPr>
            <a:xfrm>
              <a:off x="9304647" y="456634"/>
              <a:ext cx="2628273" cy="21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Fuentes de </a:t>
              </a:r>
              <a:r>
                <a:rPr lang="en-US" sz="1600" b="1" dirty="0" err="1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datos</a:t>
              </a:r>
              <a:endParaRPr lang="en-US" sz="2000" dirty="0">
                <a:solidFill>
                  <a:srgbClr val="777777"/>
                </a:solidFill>
              </a:endParaRPr>
            </a:p>
          </p:txBody>
        </p:sp>
      </p:grpSp>
      <p:sp>
        <p:nvSpPr>
          <p:cNvPr id="2" name="Text 0"/>
          <p:cNvSpPr/>
          <p:nvPr/>
        </p:nvSpPr>
        <p:spPr>
          <a:xfrm>
            <a:off x="228600" y="-3048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Simulador de Movilidad Urbana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28600" y="276860"/>
            <a:ext cx="1170432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Text 64"/>
          <p:cNvSpPr/>
          <p:nvPr/>
        </p:nvSpPr>
        <p:spPr>
          <a:xfrm>
            <a:off x="6766561" y="3192263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</a:t>
            </a:r>
            <a:endParaRPr lang="en-US" sz="800" dirty="0"/>
          </a:p>
        </p:txBody>
      </p: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3D2B78DE-465A-0D29-7E58-93B7C13DED42}"/>
              </a:ext>
            </a:extLst>
          </p:cNvPr>
          <p:cNvGrpSpPr/>
          <p:nvPr/>
        </p:nvGrpSpPr>
        <p:grpSpPr>
          <a:xfrm>
            <a:off x="55402" y="1325377"/>
            <a:ext cx="628685" cy="701852"/>
            <a:chOff x="554019" y="4109670"/>
            <a:chExt cx="628685" cy="701852"/>
          </a:xfrm>
        </p:grpSpPr>
        <p:pic>
          <p:nvPicPr>
            <p:cNvPr id="110" name="Image 8" descr="preencoded.png">
              <a:extLst>
                <a:ext uri="{FF2B5EF4-FFF2-40B4-BE49-F238E27FC236}">
                  <a16:creationId xmlns:a16="http://schemas.microsoft.com/office/drawing/2014/main" id="{4CB219A7-485C-60FC-05FC-F53B6CE7D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820" y="4109670"/>
              <a:ext cx="502920" cy="502920"/>
            </a:xfrm>
            <a:prstGeom prst="rect">
              <a:avLst/>
            </a:prstGeom>
          </p:spPr>
        </p:pic>
        <p:sp>
          <p:nvSpPr>
            <p:cNvPr id="111" name="Text 0">
              <a:extLst>
                <a:ext uri="{FF2B5EF4-FFF2-40B4-BE49-F238E27FC236}">
                  <a16:creationId xmlns:a16="http://schemas.microsoft.com/office/drawing/2014/main" id="{59425079-671B-F859-1B4A-A62516F4517E}"/>
                </a:ext>
              </a:extLst>
            </p:cNvPr>
            <p:cNvSpPr/>
            <p:nvPr/>
          </p:nvSpPr>
          <p:spPr>
            <a:xfrm>
              <a:off x="554019" y="4537202"/>
              <a:ext cx="62868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 err="1">
                  <a:solidFill>
                    <a:srgbClr val="4242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Usuario</a:t>
              </a:r>
              <a:endParaRPr lang="en-US" sz="1900" dirty="0">
                <a:solidFill>
                  <a:srgbClr val="424242"/>
                </a:solidFill>
              </a:endParaRPr>
            </a:p>
          </p:txBody>
        </p:sp>
      </p:grpSp>
      <p:cxnSp>
        <p:nvCxnSpPr>
          <p:cNvPr id="1051" name="Conector: angular 1050">
            <a:extLst>
              <a:ext uri="{FF2B5EF4-FFF2-40B4-BE49-F238E27FC236}">
                <a16:creationId xmlns:a16="http://schemas.microsoft.com/office/drawing/2014/main" id="{D5024609-A408-A030-0085-9CB77A13EDDB}"/>
              </a:ext>
            </a:extLst>
          </p:cNvPr>
          <p:cNvCxnSpPr>
            <a:cxnSpLocks/>
            <a:stCxn id="111" idx="2"/>
            <a:endCxn id="40" idx="1"/>
          </p:cNvCxnSpPr>
          <p:nvPr/>
        </p:nvCxnSpPr>
        <p:spPr>
          <a:xfrm rot="16200000" flipH="1">
            <a:off x="-35944" y="2432917"/>
            <a:ext cx="1596063" cy="78468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FDCB4AA8-8718-C5EF-AFB3-F109A1C0A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89" y="2409660"/>
            <a:ext cx="470909" cy="470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23" name="Grupo 1322">
            <a:extLst>
              <a:ext uri="{FF2B5EF4-FFF2-40B4-BE49-F238E27FC236}">
                <a16:creationId xmlns:a16="http://schemas.microsoft.com/office/drawing/2014/main" id="{6B51A140-BBF0-F7B6-9E59-D7EF4C3C6117}"/>
              </a:ext>
            </a:extLst>
          </p:cNvPr>
          <p:cNvGrpSpPr/>
          <p:nvPr/>
        </p:nvGrpSpPr>
        <p:grpSpPr>
          <a:xfrm>
            <a:off x="1154430" y="983476"/>
            <a:ext cx="1463041" cy="5279632"/>
            <a:chOff x="1097280" y="983476"/>
            <a:chExt cx="1463041" cy="5279632"/>
          </a:xfrm>
        </p:grpSpPr>
        <p:sp>
          <p:nvSpPr>
            <p:cNvPr id="40" name="Shape 29"/>
            <p:cNvSpPr/>
            <p:nvPr/>
          </p:nvSpPr>
          <p:spPr>
            <a:xfrm>
              <a:off x="1097280" y="983476"/>
              <a:ext cx="1463040" cy="5279632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31750">
              <a:solidFill>
                <a:srgbClr val="61DAFB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032" name="Imagen 1031">
              <a:extLst>
                <a:ext uri="{FF2B5EF4-FFF2-40B4-BE49-F238E27FC236}">
                  <a16:creationId xmlns:a16="http://schemas.microsoft.com/office/drawing/2014/main" id="{A23E5EC8-223B-67E3-625F-E624787881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12385" y="3070814"/>
              <a:ext cx="1234975" cy="1187796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1048" name="Imagen 1047">
              <a:extLst>
                <a:ext uri="{FF2B5EF4-FFF2-40B4-BE49-F238E27FC236}">
                  <a16:creationId xmlns:a16="http://schemas.microsoft.com/office/drawing/2014/main" id="{4DB1A473-9809-6F0D-7FA1-CEA899C5F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6548" y="4360135"/>
              <a:ext cx="1162530" cy="308494"/>
            </a:xfrm>
            <a:prstGeom prst="rect">
              <a:avLst/>
            </a:prstGeom>
          </p:spPr>
        </p:pic>
        <p:sp>
          <p:nvSpPr>
            <p:cNvPr id="1120" name="Shape 43">
              <a:extLst>
                <a:ext uri="{FF2B5EF4-FFF2-40B4-BE49-F238E27FC236}">
                  <a16:creationId xmlns:a16="http://schemas.microsoft.com/office/drawing/2014/main" id="{6F3ED03A-EFBD-FFD7-77B5-985B497A62BC}"/>
                </a:ext>
              </a:extLst>
            </p:cNvPr>
            <p:cNvSpPr/>
            <p:nvPr/>
          </p:nvSpPr>
          <p:spPr>
            <a:xfrm>
              <a:off x="1097281" y="993647"/>
              <a:ext cx="1463040" cy="662807"/>
            </a:xfrm>
            <a:prstGeom prst="roundRect">
              <a:avLst>
                <a:gd name="adj" fmla="val 10000"/>
              </a:avLst>
            </a:prstGeom>
            <a:solidFill>
              <a:srgbClr val="E2F8FE"/>
            </a:solidFill>
            <a:ln w="19050">
              <a:solidFill>
                <a:srgbClr val="61DAFB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5" name="Text 34"/>
            <p:cNvSpPr/>
            <p:nvPr/>
          </p:nvSpPr>
          <p:spPr>
            <a:xfrm>
              <a:off x="1720596" y="1152090"/>
              <a:ext cx="675132" cy="1698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frontend</a:t>
              </a:r>
              <a:endParaRPr lang="en-US" sz="1400" dirty="0"/>
            </a:p>
          </p:txBody>
        </p:sp>
        <p:sp>
          <p:nvSpPr>
            <p:cNvPr id="46" name="Text 35"/>
            <p:cNvSpPr/>
            <p:nvPr/>
          </p:nvSpPr>
          <p:spPr>
            <a:xfrm>
              <a:off x="1684298" y="1301841"/>
              <a:ext cx="458916" cy="2413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</a:t>
              </a:r>
              <a:r>
                <a:rPr lang="en-US" sz="12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5173</a:t>
              </a:r>
              <a:endParaRPr lang="en-US" sz="900" dirty="0"/>
            </a:p>
          </p:txBody>
        </p:sp>
        <p:pic>
          <p:nvPicPr>
            <p:cNvPr id="124" name="Gráfico 123">
              <a:extLst>
                <a:ext uri="{FF2B5EF4-FFF2-40B4-BE49-F238E27FC236}">
                  <a16:creationId xmlns:a16="http://schemas.microsoft.com/office/drawing/2014/main" id="{E88D62CE-05FB-5477-798E-21D84CFFD6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91678" y="1119390"/>
              <a:ext cx="451284" cy="408305"/>
            </a:xfrm>
            <a:prstGeom prst="rect">
              <a:avLst/>
            </a:prstGeom>
          </p:spPr>
        </p:pic>
      </p:grpSp>
      <p:cxnSp>
        <p:nvCxnSpPr>
          <p:cNvPr id="1151" name="Conector: angular 1150">
            <a:extLst>
              <a:ext uri="{FF2B5EF4-FFF2-40B4-BE49-F238E27FC236}">
                <a16:creationId xmlns:a16="http://schemas.microsoft.com/office/drawing/2014/main" id="{719AFC47-CA96-8D62-DDCA-111FE4A987F2}"/>
              </a:ext>
            </a:extLst>
          </p:cNvPr>
          <p:cNvCxnSpPr>
            <a:cxnSpLocks/>
            <a:stCxn id="40" idx="3"/>
            <a:endCxn id="49" idx="1"/>
          </p:cNvCxnSpPr>
          <p:nvPr/>
        </p:nvCxnSpPr>
        <p:spPr>
          <a:xfrm>
            <a:off x="2617470" y="3623292"/>
            <a:ext cx="392684" cy="2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90" name="Grupo 1289">
            <a:extLst>
              <a:ext uri="{FF2B5EF4-FFF2-40B4-BE49-F238E27FC236}">
                <a16:creationId xmlns:a16="http://schemas.microsoft.com/office/drawing/2014/main" id="{CF026854-3137-7FA3-50FF-3AA5D71F9AD3}"/>
              </a:ext>
            </a:extLst>
          </p:cNvPr>
          <p:cNvGrpSpPr/>
          <p:nvPr/>
        </p:nvGrpSpPr>
        <p:grpSpPr>
          <a:xfrm>
            <a:off x="3010154" y="985829"/>
            <a:ext cx="2221991" cy="5274980"/>
            <a:chOff x="3118104" y="985829"/>
            <a:chExt cx="2221991" cy="5274980"/>
          </a:xfrm>
        </p:grpSpPr>
        <p:grpSp>
          <p:nvGrpSpPr>
            <p:cNvPr id="1289" name="Grupo 1288">
              <a:extLst>
                <a:ext uri="{FF2B5EF4-FFF2-40B4-BE49-F238E27FC236}">
                  <a16:creationId xmlns:a16="http://schemas.microsoft.com/office/drawing/2014/main" id="{C11D3741-8B45-A2A5-282B-A60905B73246}"/>
                </a:ext>
              </a:extLst>
            </p:cNvPr>
            <p:cNvGrpSpPr/>
            <p:nvPr/>
          </p:nvGrpSpPr>
          <p:grpSpPr>
            <a:xfrm>
              <a:off x="3118104" y="985829"/>
              <a:ext cx="2221991" cy="5274980"/>
              <a:chOff x="3118104" y="985829"/>
              <a:chExt cx="2221991" cy="5274980"/>
            </a:xfrm>
          </p:grpSpPr>
          <p:grpSp>
            <p:nvGrpSpPr>
              <p:cNvPr id="1121" name="Grupo 1120">
                <a:extLst>
                  <a:ext uri="{FF2B5EF4-FFF2-40B4-BE49-F238E27FC236}">
                    <a16:creationId xmlns:a16="http://schemas.microsoft.com/office/drawing/2014/main" id="{414E64D2-F679-5F06-41AE-858613A6B9D5}"/>
                  </a:ext>
                </a:extLst>
              </p:cNvPr>
              <p:cNvGrpSpPr/>
              <p:nvPr/>
            </p:nvGrpSpPr>
            <p:grpSpPr>
              <a:xfrm>
                <a:off x="3118104" y="985829"/>
                <a:ext cx="2221991" cy="5274980"/>
                <a:chOff x="2962656" y="2647500"/>
                <a:chExt cx="2377439" cy="3807557"/>
              </a:xfrm>
            </p:grpSpPr>
            <p:sp>
              <p:nvSpPr>
                <p:cNvPr id="49" name="Shape 38"/>
                <p:cNvSpPr/>
                <p:nvPr/>
              </p:nvSpPr>
              <p:spPr>
                <a:xfrm>
                  <a:off x="2962656" y="2647500"/>
                  <a:ext cx="2377439" cy="3807557"/>
                </a:xfrm>
                <a:prstGeom prst="roundRect">
                  <a:avLst>
                    <a:gd name="adj" fmla="val 2581"/>
                  </a:avLst>
                </a:prstGeom>
                <a:solidFill>
                  <a:srgbClr val="FFFFFF"/>
                </a:solidFill>
                <a:ln w="31750">
                  <a:solidFill>
                    <a:srgbClr val="009688"/>
                  </a:solidFill>
                  <a:prstDash val="solid"/>
                </a:ln>
                <a:effectLst>
                  <a:outerShdw blurRad="76200" dist="25400" dir="810000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/>
                <a:lstStyle/>
                <a:p>
                  <a:endParaRPr lang="es-ES" dirty="0"/>
                </a:p>
              </p:txBody>
            </p:sp>
            <p:sp>
              <p:nvSpPr>
                <p:cNvPr id="1118" name="Shape 43">
                  <a:extLst>
                    <a:ext uri="{FF2B5EF4-FFF2-40B4-BE49-F238E27FC236}">
                      <a16:creationId xmlns:a16="http://schemas.microsoft.com/office/drawing/2014/main" id="{5E00EF5C-DD56-04D2-ACE9-0D9E33EC678C}"/>
                    </a:ext>
                  </a:extLst>
                </p:cNvPr>
                <p:cNvSpPr/>
                <p:nvPr/>
              </p:nvSpPr>
              <p:spPr>
                <a:xfrm>
                  <a:off x="2962656" y="2648561"/>
                  <a:ext cx="2377439" cy="47754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E8F5E9"/>
                </a:solidFill>
                <a:ln w="19050">
                  <a:solidFill>
                    <a:srgbClr val="009688"/>
                  </a:solidFill>
                  <a:prstDash val="solid"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1104" name="Text 34">
                <a:extLst>
                  <a:ext uri="{FF2B5EF4-FFF2-40B4-BE49-F238E27FC236}">
                    <a16:creationId xmlns:a16="http://schemas.microsoft.com/office/drawing/2014/main" id="{6D2DBD47-E3F0-B0D1-3034-A4A7C10CE2A8}"/>
                  </a:ext>
                </a:extLst>
              </p:cNvPr>
              <p:cNvSpPr/>
              <p:nvPr/>
            </p:nvSpPr>
            <p:spPr>
              <a:xfrm>
                <a:off x="4342010" y="1138937"/>
                <a:ext cx="675132" cy="16986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backend</a:t>
                </a:r>
                <a:endParaRPr lang="en-US" sz="1400" dirty="0"/>
              </a:p>
            </p:txBody>
          </p:sp>
          <p:pic>
            <p:nvPicPr>
              <p:cNvPr id="1123" name="Imagen 1122">
                <a:extLst>
                  <a:ext uri="{FF2B5EF4-FFF2-40B4-BE49-F238E27FC236}">
                    <a16:creationId xmlns:a16="http://schemas.microsoft.com/office/drawing/2014/main" id="{8D9AE540-DEBF-7B99-60F6-695F8E86EB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28228" y="1334547"/>
                <a:ext cx="950579" cy="241673"/>
              </a:xfrm>
              <a:prstGeom prst="rect">
                <a:avLst/>
              </a:prstGeom>
            </p:spPr>
          </p:pic>
          <p:pic>
            <p:nvPicPr>
              <p:cNvPr id="1125" name="Imagen 1124">
                <a:extLst>
                  <a:ext uri="{FF2B5EF4-FFF2-40B4-BE49-F238E27FC236}">
                    <a16:creationId xmlns:a16="http://schemas.microsoft.com/office/drawing/2014/main" id="{0F77217F-036A-BD41-2EC2-48E41099FD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58667" y="1066117"/>
                <a:ext cx="247829" cy="249492"/>
              </a:xfrm>
              <a:prstGeom prst="rect">
                <a:avLst/>
              </a:prstGeom>
            </p:spPr>
          </p:pic>
        </p:grpSp>
        <p:sp>
          <p:nvSpPr>
            <p:cNvPr id="54" name="Shape 43"/>
            <p:cNvSpPr/>
            <p:nvPr/>
          </p:nvSpPr>
          <p:spPr>
            <a:xfrm>
              <a:off x="3444240" y="2276589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osrm</a:t>
              </a:r>
              <a:endParaRPr lang="en-US" sz="1600" b="1" dirty="0">
                <a:latin typeface="Consolas" panose="020B0609020204030204" pitchFamily="49" charset="0"/>
              </a:endParaRPr>
            </a:p>
          </p:txBody>
        </p:sp>
        <p:sp>
          <p:nvSpPr>
            <p:cNvPr id="1202" name="Shape 43">
              <a:extLst>
                <a:ext uri="{FF2B5EF4-FFF2-40B4-BE49-F238E27FC236}">
                  <a16:creationId xmlns:a16="http://schemas.microsoft.com/office/drawing/2014/main" id="{63483E9B-1D37-0F18-DE23-DBF4CF9550B4}"/>
                </a:ext>
              </a:extLst>
            </p:cNvPr>
            <p:cNvSpPr/>
            <p:nvPr/>
          </p:nvSpPr>
          <p:spPr>
            <a:xfrm>
              <a:off x="3444240" y="3017794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otp</a:t>
              </a:r>
              <a:endParaRPr lang="en-US" sz="1600" b="1" dirty="0">
                <a:latin typeface="Consolas" panose="020B0609020204030204" pitchFamily="49" charset="0"/>
              </a:endParaRPr>
            </a:p>
          </p:txBody>
        </p:sp>
        <p:sp>
          <p:nvSpPr>
            <p:cNvPr id="1203" name="Shape 43">
              <a:extLst>
                <a:ext uri="{FF2B5EF4-FFF2-40B4-BE49-F238E27FC236}">
                  <a16:creationId xmlns:a16="http://schemas.microsoft.com/office/drawing/2014/main" id="{182543CB-0DC0-406C-FEB7-EFFF563484AA}"/>
                </a:ext>
              </a:extLst>
            </p:cNvPr>
            <p:cNvSpPr/>
            <p:nvPr/>
          </p:nvSpPr>
          <p:spPr>
            <a:xfrm>
              <a:off x="3444240" y="3896965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gtfs</a:t>
              </a:r>
              <a:endParaRPr lang="en-US" sz="1600" b="1" dirty="0">
                <a:latin typeface="Consolas" panose="020B0609020204030204" pitchFamily="49" charset="0"/>
              </a:endParaRPr>
            </a:p>
          </p:txBody>
        </p:sp>
        <p:sp>
          <p:nvSpPr>
            <p:cNvPr id="1204" name="Shape 43">
              <a:extLst>
                <a:ext uri="{FF2B5EF4-FFF2-40B4-BE49-F238E27FC236}">
                  <a16:creationId xmlns:a16="http://schemas.microsoft.com/office/drawing/2014/main" id="{77DFE24D-667F-D18C-9A4F-84C54B70A4F5}"/>
                </a:ext>
              </a:extLst>
            </p:cNvPr>
            <p:cNvSpPr/>
            <p:nvPr/>
          </p:nvSpPr>
          <p:spPr>
            <a:xfrm>
              <a:off x="3444240" y="4981384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lpmc</a:t>
              </a:r>
              <a:endParaRPr lang="en-US" sz="1600" b="1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1375" name="Grupo 1374">
            <a:extLst>
              <a:ext uri="{FF2B5EF4-FFF2-40B4-BE49-F238E27FC236}">
                <a16:creationId xmlns:a16="http://schemas.microsoft.com/office/drawing/2014/main" id="{56690B56-8D52-156D-1812-2E3B6E446FF1}"/>
              </a:ext>
            </a:extLst>
          </p:cNvPr>
          <p:cNvGrpSpPr/>
          <p:nvPr/>
        </p:nvGrpSpPr>
        <p:grpSpPr>
          <a:xfrm>
            <a:off x="5708658" y="2980099"/>
            <a:ext cx="2946393" cy="411627"/>
            <a:chOff x="5922264" y="3080024"/>
            <a:chExt cx="2947417" cy="411627"/>
          </a:xfrm>
        </p:grpSpPr>
        <p:sp>
          <p:nvSpPr>
            <p:cNvPr id="76" name="Shape 62"/>
            <p:cNvSpPr/>
            <p:nvPr/>
          </p:nvSpPr>
          <p:spPr>
            <a:xfrm>
              <a:off x="5922264" y="3080024"/>
              <a:ext cx="2947417" cy="411627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F57C0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pic>
          <p:nvPicPr>
            <p:cNvPr id="1194" name="Image 9" descr="Autobús con relleno sólido">
              <a:extLst>
                <a:ext uri="{FF2B5EF4-FFF2-40B4-BE49-F238E27FC236}">
                  <a16:creationId xmlns:a16="http://schemas.microsoft.com/office/drawing/2014/main" id="{AEB0EC52-F453-9AA2-B8FE-4D0D89CBEF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6014036" y="3139533"/>
              <a:ext cx="292608" cy="292608"/>
            </a:xfrm>
            <a:prstGeom prst="rect">
              <a:avLst/>
            </a:prstGeom>
          </p:spPr>
        </p:pic>
        <p:sp>
          <p:nvSpPr>
            <p:cNvPr id="1195" name="Text 54">
              <a:extLst>
                <a:ext uri="{FF2B5EF4-FFF2-40B4-BE49-F238E27FC236}">
                  <a16:creationId xmlns:a16="http://schemas.microsoft.com/office/drawing/2014/main" id="{455CD551-4A71-0AA9-8C5C-87C220E07A2F}"/>
                </a:ext>
              </a:extLst>
            </p:cNvPr>
            <p:cNvSpPr/>
            <p:nvPr/>
          </p:nvSpPr>
          <p:spPr>
            <a:xfrm>
              <a:off x="6435423" y="3109223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otp</a:t>
              </a:r>
              <a:endParaRPr lang="en-US" sz="1100" dirty="0"/>
            </a:p>
          </p:txBody>
        </p:sp>
        <p:sp>
          <p:nvSpPr>
            <p:cNvPr id="1196" name="Text 55">
              <a:extLst>
                <a:ext uri="{FF2B5EF4-FFF2-40B4-BE49-F238E27FC236}">
                  <a16:creationId xmlns:a16="http://schemas.microsoft.com/office/drawing/2014/main" id="{3076339C-B66B-5E9A-D70E-E1DA6C2EFA06}"/>
                </a:ext>
              </a:extLst>
            </p:cNvPr>
            <p:cNvSpPr/>
            <p:nvPr/>
          </p:nvSpPr>
          <p:spPr>
            <a:xfrm>
              <a:off x="6377080" y="3271890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:8080</a:t>
              </a:r>
              <a:endParaRPr lang="en-US" sz="900" dirty="0"/>
            </a:p>
          </p:txBody>
        </p:sp>
        <p:pic>
          <p:nvPicPr>
            <p:cNvPr id="1206" name="Gráfico 1205">
              <a:extLst>
                <a:ext uri="{FF2B5EF4-FFF2-40B4-BE49-F238E27FC236}">
                  <a16:creationId xmlns:a16="http://schemas.microsoft.com/office/drawing/2014/main" id="{33A9AD13-3229-32CD-9D88-5658E02580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231667" y="3132090"/>
              <a:ext cx="302954" cy="302954"/>
            </a:xfrm>
            <a:prstGeom prst="rect">
              <a:avLst/>
            </a:prstGeom>
          </p:spPr>
        </p:pic>
        <p:sp>
          <p:nvSpPr>
            <p:cNvPr id="1207" name="Text 65">
              <a:extLst>
                <a:ext uri="{FF2B5EF4-FFF2-40B4-BE49-F238E27FC236}">
                  <a16:creationId xmlns:a16="http://schemas.microsoft.com/office/drawing/2014/main" id="{040CAA71-31BB-0A01-9B24-1427363E32D2}"/>
                </a:ext>
              </a:extLst>
            </p:cNvPr>
            <p:cNvSpPr/>
            <p:nvPr/>
          </p:nvSpPr>
          <p:spPr>
            <a:xfrm>
              <a:off x="7554205" y="3088997"/>
              <a:ext cx="1312941" cy="2560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OpenTripPlanner</a:t>
              </a:r>
              <a:endParaRPr lang="en-US" sz="1400" dirty="0"/>
            </a:p>
          </p:txBody>
        </p:sp>
        <p:sp>
          <p:nvSpPr>
            <p:cNvPr id="1208" name="Text 55">
              <a:extLst>
                <a:ext uri="{FF2B5EF4-FFF2-40B4-BE49-F238E27FC236}">
                  <a16:creationId xmlns:a16="http://schemas.microsoft.com/office/drawing/2014/main" id="{45B53771-B309-B6E8-70DF-4D68B1E3E29B}"/>
                </a:ext>
              </a:extLst>
            </p:cNvPr>
            <p:cNvSpPr/>
            <p:nvPr/>
          </p:nvSpPr>
          <p:spPr>
            <a:xfrm>
              <a:off x="7523668" y="3281821"/>
              <a:ext cx="1309181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Multimodal Trip Planning</a:t>
              </a:r>
              <a:endParaRPr lang="en-US" sz="900" dirty="0"/>
            </a:p>
          </p:txBody>
        </p:sp>
        <p:pic>
          <p:nvPicPr>
            <p:cNvPr id="1209" name="Imagen 1208">
              <a:extLst>
                <a:ext uri="{FF2B5EF4-FFF2-40B4-BE49-F238E27FC236}">
                  <a16:creationId xmlns:a16="http://schemas.microsoft.com/office/drawing/2014/main" id="{387D0225-EB92-2638-7DBD-A374C21B3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2930" y="3164320"/>
              <a:ext cx="280324" cy="280324"/>
            </a:xfrm>
            <a:prstGeom prst="rect">
              <a:avLst/>
            </a:prstGeom>
          </p:spPr>
        </p:pic>
      </p:grpSp>
      <p:cxnSp>
        <p:nvCxnSpPr>
          <p:cNvPr id="1211" name="Conector: angular 1210">
            <a:extLst>
              <a:ext uri="{FF2B5EF4-FFF2-40B4-BE49-F238E27FC236}">
                <a16:creationId xmlns:a16="http://schemas.microsoft.com/office/drawing/2014/main" id="{227EF797-D45F-A827-82BF-F9822DB5768A}"/>
              </a:ext>
            </a:extLst>
          </p:cNvPr>
          <p:cNvCxnSpPr>
            <a:cxnSpLocks/>
            <a:stCxn id="54" idx="3"/>
            <a:endCxn id="1175" idx="1"/>
          </p:cNvCxnSpPr>
          <p:nvPr/>
        </p:nvCxnSpPr>
        <p:spPr>
          <a:xfrm flipV="1">
            <a:off x="4921250" y="1452375"/>
            <a:ext cx="791464" cy="99046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4" name="Conector: angular 1213">
            <a:extLst>
              <a:ext uri="{FF2B5EF4-FFF2-40B4-BE49-F238E27FC236}">
                <a16:creationId xmlns:a16="http://schemas.microsoft.com/office/drawing/2014/main" id="{B84E7531-B459-4437-489B-ABB14FEBA1B5}"/>
              </a:ext>
            </a:extLst>
          </p:cNvPr>
          <p:cNvCxnSpPr>
            <a:cxnSpLocks/>
            <a:stCxn id="54" idx="3"/>
            <a:endCxn id="1160" idx="1"/>
          </p:cNvCxnSpPr>
          <p:nvPr/>
        </p:nvCxnSpPr>
        <p:spPr>
          <a:xfrm flipV="1">
            <a:off x="4921250" y="1941662"/>
            <a:ext cx="787408" cy="50118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7" name="Conector: angular 1216">
            <a:extLst>
              <a:ext uri="{FF2B5EF4-FFF2-40B4-BE49-F238E27FC236}">
                <a16:creationId xmlns:a16="http://schemas.microsoft.com/office/drawing/2014/main" id="{B69D51BA-7627-4F62-77D4-1173FBBD8B0A}"/>
              </a:ext>
            </a:extLst>
          </p:cNvPr>
          <p:cNvCxnSpPr>
            <a:cxnSpLocks/>
            <a:stCxn id="54" idx="3"/>
            <a:endCxn id="1165" idx="1"/>
          </p:cNvCxnSpPr>
          <p:nvPr/>
        </p:nvCxnSpPr>
        <p:spPr>
          <a:xfrm>
            <a:off x="4921250" y="2442844"/>
            <a:ext cx="791464" cy="64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3" name="Conector: angular 1222">
            <a:extLst>
              <a:ext uri="{FF2B5EF4-FFF2-40B4-BE49-F238E27FC236}">
                <a16:creationId xmlns:a16="http://schemas.microsoft.com/office/drawing/2014/main" id="{FB45A8AB-BC86-2202-1ADE-31E0834711DE}"/>
              </a:ext>
            </a:extLst>
          </p:cNvPr>
          <p:cNvCxnSpPr>
            <a:cxnSpLocks/>
            <a:stCxn id="1202" idx="3"/>
            <a:endCxn id="76" idx="1"/>
          </p:cNvCxnSpPr>
          <p:nvPr/>
        </p:nvCxnSpPr>
        <p:spPr>
          <a:xfrm>
            <a:off x="4921250" y="3184049"/>
            <a:ext cx="787408" cy="18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84" name="Grupo 1283">
            <a:extLst>
              <a:ext uri="{FF2B5EF4-FFF2-40B4-BE49-F238E27FC236}">
                <a16:creationId xmlns:a16="http://schemas.microsoft.com/office/drawing/2014/main" id="{C1450A2D-7F90-F8F0-2733-243BF9D66D24}"/>
              </a:ext>
            </a:extLst>
          </p:cNvPr>
          <p:cNvGrpSpPr/>
          <p:nvPr/>
        </p:nvGrpSpPr>
        <p:grpSpPr>
          <a:xfrm>
            <a:off x="6460694" y="785209"/>
            <a:ext cx="2194561" cy="1971505"/>
            <a:chOff x="6675121" y="878829"/>
            <a:chExt cx="2194560" cy="1971505"/>
          </a:xfrm>
        </p:grpSpPr>
        <p:grpSp>
          <p:nvGrpSpPr>
            <p:cNvPr id="1149" name="Grupo 1148">
              <a:extLst>
                <a:ext uri="{FF2B5EF4-FFF2-40B4-BE49-F238E27FC236}">
                  <a16:creationId xmlns:a16="http://schemas.microsoft.com/office/drawing/2014/main" id="{C83282AA-529A-8CE6-A65E-6971A81768DF}"/>
                </a:ext>
              </a:extLst>
            </p:cNvPr>
            <p:cNvGrpSpPr/>
            <p:nvPr/>
          </p:nvGrpSpPr>
          <p:grpSpPr>
            <a:xfrm>
              <a:off x="6675121" y="878829"/>
              <a:ext cx="2194560" cy="1971505"/>
              <a:chOff x="6303331" y="2478589"/>
              <a:chExt cx="2194560" cy="1971505"/>
            </a:xfrm>
          </p:grpSpPr>
          <p:sp>
            <p:nvSpPr>
              <p:cNvPr id="1136" name="Shape 62">
                <a:extLst>
                  <a:ext uri="{FF2B5EF4-FFF2-40B4-BE49-F238E27FC236}">
                    <a16:creationId xmlns:a16="http://schemas.microsoft.com/office/drawing/2014/main" id="{24493472-5FF3-B76C-98B5-765C8D58151C}"/>
                  </a:ext>
                </a:extLst>
              </p:cNvPr>
              <p:cNvSpPr/>
              <p:nvPr/>
            </p:nvSpPr>
            <p:spPr>
              <a:xfrm>
                <a:off x="6303331" y="2478589"/>
                <a:ext cx="2194560" cy="1971505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31750">
                <a:solidFill>
                  <a:srgbClr val="562C7A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140" name="Text 65">
                <a:extLst>
                  <a:ext uri="{FF2B5EF4-FFF2-40B4-BE49-F238E27FC236}">
                    <a16:creationId xmlns:a16="http://schemas.microsoft.com/office/drawing/2014/main" id="{FDC1BA62-292D-0DB2-BA01-E01E814B3CF1}"/>
                  </a:ext>
                </a:extLst>
              </p:cNvPr>
              <p:cNvSpPr/>
              <p:nvPr/>
            </p:nvSpPr>
            <p:spPr>
              <a:xfrm>
                <a:off x="7212384" y="3489442"/>
                <a:ext cx="1109007" cy="24017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osrm</a:t>
                </a:r>
                <a:r>
                  <a:rPr lang="en-US" sz="14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-backend</a:t>
                </a:r>
                <a:endParaRPr lang="en-US" sz="1400" dirty="0"/>
              </a:p>
            </p:txBody>
          </p:sp>
          <p:sp>
            <p:nvSpPr>
              <p:cNvPr id="1141" name="Text 66">
                <a:extLst>
                  <a:ext uri="{FF2B5EF4-FFF2-40B4-BE49-F238E27FC236}">
                    <a16:creationId xmlns:a16="http://schemas.microsoft.com/office/drawing/2014/main" id="{D32D6FE6-1337-2746-5D49-F56B87C92EE8}"/>
                  </a:ext>
                </a:extLst>
              </p:cNvPr>
              <p:cNvSpPr/>
              <p:nvPr/>
            </p:nvSpPr>
            <p:spPr>
              <a:xfrm>
                <a:off x="7596297" y="3656464"/>
                <a:ext cx="36861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77777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</a:t>
                </a:r>
                <a:r>
                  <a:rPr lang="en-US" sz="1100" dirty="0">
                    <a:solidFill>
                      <a:srgbClr val="77777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latest</a:t>
                </a:r>
                <a:endParaRPr lang="en-US" sz="900" dirty="0"/>
              </a:p>
            </p:txBody>
          </p:sp>
        </p:grpSp>
        <p:pic>
          <p:nvPicPr>
            <p:cNvPr id="1229" name="Gráfico 1228">
              <a:extLst>
                <a:ext uri="{FF2B5EF4-FFF2-40B4-BE49-F238E27FC236}">
                  <a16:creationId xmlns:a16="http://schemas.microsoft.com/office/drawing/2014/main" id="{400CB61B-CEA0-3FE7-BF34-1D5C2A9567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797498" y="955629"/>
              <a:ext cx="966129" cy="325724"/>
            </a:xfrm>
            <a:prstGeom prst="rect">
              <a:avLst/>
            </a:prstGeom>
          </p:spPr>
        </p:pic>
        <p:pic>
          <p:nvPicPr>
            <p:cNvPr id="1230" name="Gráfico 1229" descr="Dirigir dos pines por un camino con relleno sólido">
              <a:extLst>
                <a:ext uri="{FF2B5EF4-FFF2-40B4-BE49-F238E27FC236}">
                  <a16:creationId xmlns:a16="http://schemas.microsoft.com/office/drawing/2014/main" id="{D52B6B6D-F517-6DBB-5133-CF7BA15F15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445147" y="934544"/>
              <a:ext cx="346808" cy="346808"/>
            </a:xfrm>
            <a:prstGeom prst="rect">
              <a:avLst/>
            </a:prstGeom>
          </p:spPr>
        </p:pic>
        <p:pic>
          <p:nvPicPr>
            <p:cNvPr id="1231" name="Imagen 1230">
              <a:extLst>
                <a:ext uri="{FF2B5EF4-FFF2-40B4-BE49-F238E27FC236}">
                  <a16:creationId xmlns:a16="http://schemas.microsoft.com/office/drawing/2014/main" id="{595BA362-11A3-0A16-FC00-CA5559A15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9077" y="1485993"/>
              <a:ext cx="458917" cy="458917"/>
            </a:xfrm>
            <a:prstGeom prst="rect">
              <a:avLst/>
            </a:prstGeom>
          </p:spPr>
        </p:pic>
      </p:grpSp>
      <p:grpSp>
        <p:nvGrpSpPr>
          <p:cNvPr id="1279" name="Grupo 1278">
            <a:extLst>
              <a:ext uri="{FF2B5EF4-FFF2-40B4-BE49-F238E27FC236}">
                <a16:creationId xmlns:a16="http://schemas.microsoft.com/office/drawing/2014/main" id="{E88BEE42-6E66-A6E4-2C6A-86814B96CC43}"/>
              </a:ext>
            </a:extLst>
          </p:cNvPr>
          <p:cNvGrpSpPr/>
          <p:nvPr/>
        </p:nvGrpSpPr>
        <p:grpSpPr>
          <a:xfrm>
            <a:off x="6358469" y="4935858"/>
            <a:ext cx="1319103" cy="426102"/>
            <a:chOff x="5684416" y="4598645"/>
            <a:chExt cx="1837799" cy="593653"/>
          </a:xfrm>
        </p:grpSpPr>
        <p:sp>
          <p:nvSpPr>
            <p:cNvPr id="1276" name="Shape 62">
              <a:extLst>
                <a:ext uri="{FF2B5EF4-FFF2-40B4-BE49-F238E27FC236}">
                  <a16:creationId xmlns:a16="http://schemas.microsoft.com/office/drawing/2014/main" id="{F42BDE7C-0C62-A49E-AA65-5DD7D2FBFB29}"/>
                </a:ext>
              </a:extLst>
            </p:cNvPr>
            <p:cNvSpPr/>
            <p:nvPr/>
          </p:nvSpPr>
          <p:spPr>
            <a:xfrm>
              <a:off x="5684416" y="4598645"/>
              <a:ext cx="1837799" cy="59365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189FDD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47" name="Imagen 1246">
              <a:extLst>
                <a:ext uri="{FF2B5EF4-FFF2-40B4-BE49-F238E27FC236}">
                  <a16:creationId xmlns:a16="http://schemas.microsoft.com/office/drawing/2014/main" id="{EE34D88A-3AB8-3543-055C-543C9AB1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208"/>
            <a:stretch>
              <a:fillRect/>
            </a:stretch>
          </p:blipFill>
          <p:spPr>
            <a:xfrm>
              <a:off x="5839336" y="4727859"/>
              <a:ext cx="1517651" cy="319986"/>
            </a:xfrm>
            <a:prstGeom prst="rect">
              <a:avLst/>
            </a:prstGeom>
          </p:spPr>
        </p:pic>
      </p:grpSp>
      <p:grpSp>
        <p:nvGrpSpPr>
          <p:cNvPr id="1278" name="Grupo 1277">
            <a:extLst>
              <a:ext uri="{FF2B5EF4-FFF2-40B4-BE49-F238E27FC236}">
                <a16:creationId xmlns:a16="http://schemas.microsoft.com/office/drawing/2014/main" id="{51EEE49A-F9C7-0B47-8476-76BAEE3AD13F}"/>
              </a:ext>
            </a:extLst>
          </p:cNvPr>
          <p:cNvGrpSpPr/>
          <p:nvPr/>
        </p:nvGrpSpPr>
        <p:grpSpPr>
          <a:xfrm>
            <a:off x="6264565" y="5403322"/>
            <a:ext cx="1545002" cy="666314"/>
            <a:chOff x="7628617" y="5065512"/>
            <a:chExt cx="1892760" cy="816291"/>
          </a:xfrm>
        </p:grpSpPr>
        <p:sp>
          <p:nvSpPr>
            <p:cNvPr id="1277" name="Shape 62">
              <a:extLst>
                <a:ext uri="{FF2B5EF4-FFF2-40B4-BE49-F238E27FC236}">
                  <a16:creationId xmlns:a16="http://schemas.microsoft.com/office/drawing/2014/main" id="{0B19E0BC-701B-4835-05DF-937A6F10FF37}"/>
                </a:ext>
              </a:extLst>
            </p:cNvPr>
            <p:cNvSpPr/>
            <p:nvPr/>
          </p:nvSpPr>
          <p:spPr>
            <a:xfrm>
              <a:off x="7628617" y="5088860"/>
              <a:ext cx="1837799" cy="79294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8DD35F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49" name="Imagen 1248">
              <a:extLst>
                <a:ext uri="{FF2B5EF4-FFF2-40B4-BE49-F238E27FC236}">
                  <a16:creationId xmlns:a16="http://schemas.microsoft.com/office/drawing/2014/main" id="{A423E184-2FF9-DE59-9530-E85D5B6D6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1067" y="5065512"/>
              <a:ext cx="1360310" cy="736446"/>
            </a:xfrm>
            <a:prstGeom prst="rect">
              <a:avLst/>
            </a:prstGeom>
          </p:spPr>
        </p:pic>
        <p:pic>
          <p:nvPicPr>
            <p:cNvPr id="1251" name="Imagen 1250">
              <a:extLst>
                <a:ext uri="{FF2B5EF4-FFF2-40B4-BE49-F238E27FC236}">
                  <a16:creationId xmlns:a16="http://schemas.microsoft.com/office/drawing/2014/main" id="{710BB131-5EE8-8ADE-8517-EBAED0E82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500" y="5239991"/>
              <a:ext cx="464599" cy="464599"/>
            </a:xfrm>
            <a:prstGeom prst="rect">
              <a:avLst/>
            </a:prstGeom>
          </p:spPr>
        </p:pic>
      </p:grpSp>
      <p:grpSp>
        <p:nvGrpSpPr>
          <p:cNvPr id="1174" name="Grupo 1173">
            <a:extLst>
              <a:ext uri="{FF2B5EF4-FFF2-40B4-BE49-F238E27FC236}">
                <a16:creationId xmlns:a16="http://schemas.microsoft.com/office/drawing/2014/main" id="{6528555F-7C88-A56F-90A1-0B38BC86A8C7}"/>
              </a:ext>
            </a:extLst>
          </p:cNvPr>
          <p:cNvGrpSpPr/>
          <p:nvPr/>
        </p:nvGrpSpPr>
        <p:grpSpPr>
          <a:xfrm>
            <a:off x="5712714" y="1257300"/>
            <a:ext cx="1277377" cy="390149"/>
            <a:chOff x="7031736" y="2764531"/>
            <a:chExt cx="1277377" cy="390149"/>
          </a:xfrm>
        </p:grpSpPr>
        <p:sp>
          <p:nvSpPr>
            <p:cNvPr id="1175" name="Shape 53">
              <a:extLst>
                <a:ext uri="{FF2B5EF4-FFF2-40B4-BE49-F238E27FC236}">
                  <a16:creationId xmlns:a16="http://schemas.microsoft.com/office/drawing/2014/main" id="{D67879D9-0711-F444-C7FF-BCA8E70CB1E1}"/>
                </a:ext>
              </a:extLst>
            </p:cNvPr>
            <p:cNvSpPr/>
            <p:nvPr/>
          </p:nvSpPr>
          <p:spPr>
            <a:xfrm>
              <a:off x="7031736" y="2764531"/>
              <a:ext cx="1277377" cy="390149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73FF6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76" name="Image 9" descr="Coche con relleno sólido">
              <a:extLst>
                <a:ext uri="{FF2B5EF4-FFF2-40B4-BE49-F238E27FC236}">
                  <a16:creationId xmlns:a16="http://schemas.microsoft.com/office/drawing/2014/main" id="{C1E35E1F-0ADB-0131-1347-4394CDCB6A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7123176" y="2798064"/>
              <a:ext cx="292608" cy="292608"/>
            </a:xfrm>
            <a:prstGeom prst="rect">
              <a:avLst/>
            </a:prstGeom>
          </p:spPr>
        </p:pic>
        <p:sp>
          <p:nvSpPr>
            <p:cNvPr id="1177" name="Text 54">
              <a:extLst>
                <a:ext uri="{FF2B5EF4-FFF2-40B4-BE49-F238E27FC236}">
                  <a16:creationId xmlns:a16="http://schemas.microsoft.com/office/drawing/2014/main" id="{2E1BD160-3E36-2EE9-5D00-FA5DCC5CB7D7}"/>
                </a:ext>
              </a:extLst>
            </p:cNvPr>
            <p:cNvSpPr/>
            <p:nvPr/>
          </p:nvSpPr>
          <p:spPr>
            <a:xfrm>
              <a:off x="7488936" y="27747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-car</a:t>
              </a:r>
              <a:endParaRPr lang="en-US" sz="1100" dirty="0"/>
            </a:p>
          </p:txBody>
        </p:sp>
        <p:sp>
          <p:nvSpPr>
            <p:cNvPr id="1178" name="Text 55">
              <a:extLst>
                <a:ext uri="{FF2B5EF4-FFF2-40B4-BE49-F238E27FC236}">
                  <a16:creationId xmlns:a16="http://schemas.microsoft.com/office/drawing/2014/main" id="{DCE2888E-52A2-73C2-E779-775B5CE06E7C}"/>
                </a:ext>
              </a:extLst>
            </p:cNvPr>
            <p:cNvSpPr/>
            <p:nvPr/>
          </p:nvSpPr>
          <p:spPr>
            <a:xfrm>
              <a:off x="7430593" y="29373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:5000</a:t>
              </a:r>
              <a:endParaRPr lang="en-US" sz="900" dirty="0"/>
            </a:p>
          </p:txBody>
        </p:sp>
      </p:grpSp>
      <p:grpSp>
        <p:nvGrpSpPr>
          <p:cNvPr id="1159" name="Grupo 1158">
            <a:extLst>
              <a:ext uri="{FF2B5EF4-FFF2-40B4-BE49-F238E27FC236}">
                <a16:creationId xmlns:a16="http://schemas.microsoft.com/office/drawing/2014/main" id="{17B1A119-A064-68A6-3FF4-30F737A787B3}"/>
              </a:ext>
            </a:extLst>
          </p:cNvPr>
          <p:cNvGrpSpPr/>
          <p:nvPr/>
        </p:nvGrpSpPr>
        <p:grpSpPr>
          <a:xfrm>
            <a:off x="5708658" y="1736726"/>
            <a:ext cx="1277377" cy="409872"/>
            <a:chOff x="7027680" y="2689310"/>
            <a:chExt cx="1277377" cy="409872"/>
          </a:xfrm>
        </p:grpSpPr>
        <p:sp>
          <p:nvSpPr>
            <p:cNvPr id="1160" name="Shape 53">
              <a:extLst>
                <a:ext uri="{FF2B5EF4-FFF2-40B4-BE49-F238E27FC236}">
                  <a16:creationId xmlns:a16="http://schemas.microsoft.com/office/drawing/2014/main" id="{0A787BC7-3D22-00CF-5514-392FBE379750}"/>
                </a:ext>
              </a:extLst>
            </p:cNvPr>
            <p:cNvSpPr/>
            <p:nvPr/>
          </p:nvSpPr>
          <p:spPr>
            <a:xfrm>
              <a:off x="7027680" y="2689310"/>
              <a:ext cx="1277377" cy="409872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16A34A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61" name="Image 9" descr="Triciclo con relleno sólido">
              <a:extLst>
                <a:ext uri="{FF2B5EF4-FFF2-40B4-BE49-F238E27FC236}">
                  <a16:creationId xmlns:a16="http://schemas.microsoft.com/office/drawing/2014/main" id="{AA9ED68F-0EE7-83AB-0A1F-8D6FC669E4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p:blipFill>
          <p:spPr>
            <a:xfrm>
              <a:off x="7123176" y="2747264"/>
              <a:ext cx="292608" cy="292608"/>
            </a:xfrm>
            <a:prstGeom prst="rect">
              <a:avLst/>
            </a:prstGeom>
          </p:spPr>
        </p:pic>
        <p:sp>
          <p:nvSpPr>
            <p:cNvPr id="1162" name="Text 54">
              <a:extLst>
                <a:ext uri="{FF2B5EF4-FFF2-40B4-BE49-F238E27FC236}">
                  <a16:creationId xmlns:a16="http://schemas.microsoft.com/office/drawing/2014/main" id="{8D47BB63-E8FA-1D52-2630-FBC7E8F7A679}"/>
                </a:ext>
              </a:extLst>
            </p:cNvPr>
            <p:cNvSpPr/>
            <p:nvPr/>
          </p:nvSpPr>
          <p:spPr>
            <a:xfrm>
              <a:off x="7488936" y="27239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-bike</a:t>
              </a:r>
              <a:endParaRPr lang="en-US" sz="1100" dirty="0"/>
            </a:p>
          </p:txBody>
        </p:sp>
        <p:sp>
          <p:nvSpPr>
            <p:cNvPr id="1163" name="Text 55">
              <a:extLst>
                <a:ext uri="{FF2B5EF4-FFF2-40B4-BE49-F238E27FC236}">
                  <a16:creationId xmlns:a16="http://schemas.microsoft.com/office/drawing/2014/main" id="{D9874ADE-72EC-BCE0-AF98-9DDBF5788C7F}"/>
                </a:ext>
              </a:extLst>
            </p:cNvPr>
            <p:cNvSpPr/>
            <p:nvPr/>
          </p:nvSpPr>
          <p:spPr>
            <a:xfrm>
              <a:off x="7430593" y="28865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:5001</a:t>
              </a:r>
              <a:endParaRPr lang="en-US" sz="900" dirty="0"/>
            </a:p>
          </p:txBody>
        </p:sp>
      </p:grpSp>
      <p:grpSp>
        <p:nvGrpSpPr>
          <p:cNvPr id="1164" name="Grupo 1163">
            <a:extLst>
              <a:ext uri="{FF2B5EF4-FFF2-40B4-BE49-F238E27FC236}">
                <a16:creationId xmlns:a16="http://schemas.microsoft.com/office/drawing/2014/main" id="{BE239616-CB8F-644D-4521-70D8858A1943}"/>
              </a:ext>
            </a:extLst>
          </p:cNvPr>
          <p:cNvGrpSpPr/>
          <p:nvPr/>
        </p:nvGrpSpPr>
        <p:grpSpPr>
          <a:xfrm>
            <a:off x="5712714" y="2241807"/>
            <a:ext cx="1277377" cy="403354"/>
            <a:chOff x="7031736" y="2743054"/>
            <a:chExt cx="1277377" cy="403354"/>
          </a:xfrm>
        </p:grpSpPr>
        <p:sp>
          <p:nvSpPr>
            <p:cNvPr id="1165" name="Shape 53">
              <a:extLst>
                <a:ext uri="{FF2B5EF4-FFF2-40B4-BE49-F238E27FC236}">
                  <a16:creationId xmlns:a16="http://schemas.microsoft.com/office/drawing/2014/main" id="{1DA3E642-1D7D-53EF-3388-D9554678B3B3}"/>
                </a:ext>
              </a:extLst>
            </p:cNvPr>
            <p:cNvSpPr/>
            <p:nvPr/>
          </p:nvSpPr>
          <p:spPr>
            <a:xfrm>
              <a:off x="7031736" y="2743054"/>
              <a:ext cx="1277377" cy="403354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55555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66" name="Image 9" descr="Andar con relleno sólido">
              <a:extLst>
                <a:ext uri="{FF2B5EF4-FFF2-40B4-BE49-F238E27FC236}">
                  <a16:creationId xmlns:a16="http://schemas.microsoft.com/office/drawing/2014/main" id="{E5C6E6FB-77B5-935D-F005-9336BBD915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7123176" y="2798064"/>
              <a:ext cx="292608" cy="292608"/>
            </a:xfrm>
            <a:prstGeom prst="rect">
              <a:avLst/>
            </a:prstGeom>
          </p:spPr>
        </p:pic>
        <p:sp>
          <p:nvSpPr>
            <p:cNvPr id="1167" name="Text 54">
              <a:extLst>
                <a:ext uri="{FF2B5EF4-FFF2-40B4-BE49-F238E27FC236}">
                  <a16:creationId xmlns:a16="http://schemas.microsoft.com/office/drawing/2014/main" id="{75B4D57B-FD10-C1BF-AEA7-7AE915AD7B8A}"/>
                </a:ext>
              </a:extLst>
            </p:cNvPr>
            <p:cNvSpPr/>
            <p:nvPr/>
          </p:nvSpPr>
          <p:spPr>
            <a:xfrm>
              <a:off x="7488936" y="27747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-foot</a:t>
              </a:r>
              <a:endParaRPr lang="en-US" sz="1100" dirty="0"/>
            </a:p>
          </p:txBody>
        </p:sp>
        <p:sp>
          <p:nvSpPr>
            <p:cNvPr id="1168" name="Text 55">
              <a:extLst>
                <a:ext uri="{FF2B5EF4-FFF2-40B4-BE49-F238E27FC236}">
                  <a16:creationId xmlns:a16="http://schemas.microsoft.com/office/drawing/2014/main" id="{D8783AB6-6556-076B-808D-502B6A8A633F}"/>
                </a:ext>
              </a:extLst>
            </p:cNvPr>
            <p:cNvSpPr/>
            <p:nvPr/>
          </p:nvSpPr>
          <p:spPr>
            <a:xfrm>
              <a:off x="7430593" y="29373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:5002</a:t>
              </a:r>
              <a:endParaRPr lang="en-US" sz="900" dirty="0"/>
            </a:p>
          </p:txBody>
        </p:sp>
      </p:grpSp>
      <p:grpSp>
        <p:nvGrpSpPr>
          <p:cNvPr id="1316" name="Grupo 1315">
            <a:extLst>
              <a:ext uri="{FF2B5EF4-FFF2-40B4-BE49-F238E27FC236}">
                <a16:creationId xmlns:a16="http://schemas.microsoft.com/office/drawing/2014/main" id="{6EAE1514-9C9A-07E1-985A-0989B00C52D4}"/>
              </a:ext>
            </a:extLst>
          </p:cNvPr>
          <p:cNvGrpSpPr/>
          <p:nvPr/>
        </p:nvGrpSpPr>
        <p:grpSpPr>
          <a:xfrm>
            <a:off x="9485566" y="710738"/>
            <a:ext cx="728798" cy="658257"/>
            <a:chOff x="9639166" y="999274"/>
            <a:chExt cx="728798" cy="658257"/>
          </a:xfrm>
        </p:grpSpPr>
        <p:sp>
          <p:nvSpPr>
            <p:cNvPr id="1315" name="Shape 53">
              <a:extLst>
                <a:ext uri="{FF2B5EF4-FFF2-40B4-BE49-F238E27FC236}">
                  <a16:creationId xmlns:a16="http://schemas.microsoft.com/office/drawing/2014/main" id="{65246BF2-15DE-044C-476C-D32DEDF1006F}"/>
                </a:ext>
              </a:extLst>
            </p:cNvPr>
            <p:cNvSpPr/>
            <p:nvPr/>
          </p:nvSpPr>
          <p:spPr>
            <a:xfrm>
              <a:off x="9639166" y="999274"/>
              <a:ext cx="728798" cy="658257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88BFCC"/>
              </a:solidFill>
              <a:prstDash val="sysDot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310" name="Picture 28" descr="Geofabrik GmbH | CyberForum e.V.">
              <a:extLst>
                <a:ext uri="{FF2B5EF4-FFF2-40B4-BE49-F238E27FC236}">
                  <a16:creationId xmlns:a16="http://schemas.microsoft.com/office/drawing/2014/main" id="{BEE29EDD-589A-ACE5-CF01-E3D43AC39E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2427" y="1056651"/>
              <a:ext cx="612353" cy="5131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325" name="Conector: angular 1324">
            <a:extLst>
              <a:ext uri="{FF2B5EF4-FFF2-40B4-BE49-F238E27FC236}">
                <a16:creationId xmlns:a16="http://schemas.microsoft.com/office/drawing/2014/main" id="{3C005ADB-FCB7-EB74-5F9E-7A72DBCF22D2}"/>
              </a:ext>
            </a:extLst>
          </p:cNvPr>
          <p:cNvCxnSpPr>
            <a:cxnSpLocks/>
            <a:stCxn id="1315" idx="2"/>
            <a:endCxn id="1312" idx="1"/>
          </p:cNvCxnSpPr>
          <p:nvPr/>
        </p:nvCxnSpPr>
        <p:spPr>
          <a:xfrm rot="16200000" flipH="1">
            <a:off x="10098789" y="1120170"/>
            <a:ext cx="102938" cy="6005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42" name="Grupo 1341">
            <a:extLst>
              <a:ext uri="{FF2B5EF4-FFF2-40B4-BE49-F238E27FC236}">
                <a16:creationId xmlns:a16="http://schemas.microsoft.com/office/drawing/2014/main" id="{0848BB2F-5B98-425C-148A-3753E4263EA4}"/>
              </a:ext>
            </a:extLst>
          </p:cNvPr>
          <p:cNvGrpSpPr/>
          <p:nvPr/>
        </p:nvGrpSpPr>
        <p:grpSpPr>
          <a:xfrm>
            <a:off x="10428962" y="2359219"/>
            <a:ext cx="1479392" cy="559094"/>
            <a:chOff x="9422363" y="2271266"/>
            <a:chExt cx="1388364" cy="504710"/>
          </a:xfrm>
        </p:grpSpPr>
        <p:grpSp>
          <p:nvGrpSpPr>
            <p:cNvPr id="1311" name="Grupo 1310">
              <a:extLst>
                <a:ext uri="{FF2B5EF4-FFF2-40B4-BE49-F238E27FC236}">
                  <a16:creationId xmlns:a16="http://schemas.microsoft.com/office/drawing/2014/main" id="{5EE37449-C923-01B5-5699-AAE4F7844685}"/>
                </a:ext>
              </a:extLst>
            </p:cNvPr>
            <p:cNvGrpSpPr/>
            <p:nvPr/>
          </p:nvGrpSpPr>
          <p:grpSpPr>
            <a:xfrm>
              <a:off x="9422363" y="2271266"/>
              <a:ext cx="1388364" cy="504710"/>
              <a:chOff x="9422363" y="1879902"/>
              <a:chExt cx="1388364" cy="504710"/>
            </a:xfrm>
          </p:grpSpPr>
          <p:sp>
            <p:nvSpPr>
              <p:cNvPr id="1292" name="Shape 8">
                <a:extLst>
                  <a:ext uri="{FF2B5EF4-FFF2-40B4-BE49-F238E27FC236}">
                    <a16:creationId xmlns:a16="http://schemas.microsoft.com/office/drawing/2014/main" id="{32426456-C3A6-3F58-AF01-FB4D76BE4985}"/>
                  </a:ext>
                </a:extLst>
              </p:cNvPr>
              <p:cNvSpPr/>
              <p:nvPr/>
            </p:nvSpPr>
            <p:spPr>
              <a:xfrm>
                <a:off x="9422363" y="1890836"/>
                <a:ext cx="1388364" cy="493776"/>
              </a:xfrm>
              <a:prstGeom prst="roundRect">
                <a:avLst>
                  <a:gd name="adj" fmla="val 9259"/>
                </a:avLst>
              </a:prstGeom>
              <a:solidFill>
                <a:srgbClr val="FFFDE7"/>
              </a:solidFill>
              <a:ln w="19050">
                <a:solidFill>
                  <a:srgbClr val="F9A825"/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293" name="Text 9">
                <a:extLst>
                  <a:ext uri="{FF2B5EF4-FFF2-40B4-BE49-F238E27FC236}">
                    <a16:creationId xmlns:a16="http://schemas.microsoft.com/office/drawing/2014/main" id="{1C28AFBF-1718-6F30-C52A-8A89E4B68722}"/>
                  </a:ext>
                </a:extLst>
              </p:cNvPr>
              <p:cNvSpPr/>
              <p:nvPr/>
            </p:nvSpPr>
            <p:spPr>
              <a:xfrm>
                <a:off x="9661906" y="1879902"/>
                <a:ext cx="1114044" cy="49377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20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Grafos</a:t>
                </a:r>
                <a:r>
                  <a:rPr lang="en-US" sz="12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OSRM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750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car / bike / foot</a:t>
                </a:r>
                <a:endParaRPr lang="en-US" sz="850" dirty="0"/>
              </a:p>
            </p:txBody>
          </p:sp>
        </p:grpSp>
        <p:pic>
          <p:nvPicPr>
            <p:cNvPr id="1333" name="Gráfico 1332" descr="Carpeta abierta con relleno sólido">
              <a:extLst>
                <a:ext uri="{FF2B5EF4-FFF2-40B4-BE49-F238E27FC236}">
                  <a16:creationId xmlns:a16="http://schemas.microsoft.com/office/drawing/2014/main" id="{9365AC01-7AFB-ABD8-3CE9-AD7012DD4C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452936" y="2349500"/>
              <a:ext cx="354433" cy="354433"/>
            </a:xfrm>
            <a:prstGeom prst="rect">
              <a:avLst/>
            </a:prstGeom>
          </p:spPr>
        </p:pic>
      </p:grpSp>
      <p:grpSp>
        <p:nvGrpSpPr>
          <p:cNvPr id="1363" name="Grupo 1362">
            <a:extLst>
              <a:ext uri="{FF2B5EF4-FFF2-40B4-BE49-F238E27FC236}">
                <a16:creationId xmlns:a16="http://schemas.microsoft.com/office/drawing/2014/main" id="{87F15972-D097-2788-1907-B0BC9E86A2F3}"/>
              </a:ext>
            </a:extLst>
          </p:cNvPr>
          <p:cNvGrpSpPr/>
          <p:nvPr/>
        </p:nvGrpSpPr>
        <p:grpSpPr>
          <a:xfrm>
            <a:off x="9162804" y="2936730"/>
            <a:ext cx="1051560" cy="493776"/>
            <a:chOff x="9075903" y="2945375"/>
            <a:chExt cx="1051560" cy="493776"/>
          </a:xfrm>
        </p:grpSpPr>
        <p:sp>
          <p:nvSpPr>
            <p:cNvPr id="1300" name="Shape 17">
              <a:extLst>
                <a:ext uri="{FF2B5EF4-FFF2-40B4-BE49-F238E27FC236}">
                  <a16:creationId xmlns:a16="http://schemas.microsoft.com/office/drawing/2014/main" id="{86799E6B-CD87-70A1-5289-C708E7429416}"/>
                </a:ext>
              </a:extLst>
            </p:cNvPr>
            <p:cNvSpPr/>
            <p:nvPr/>
          </p:nvSpPr>
          <p:spPr>
            <a:xfrm>
              <a:off x="9075903" y="2945375"/>
              <a:ext cx="1051560" cy="493776"/>
            </a:xfrm>
            <a:prstGeom prst="roundRect">
              <a:avLst>
                <a:gd name="adj" fmla="val 9259"/>
              </a:avLst>
            </a:prstGeom>
            <a:solidFill>
              <a:srgbClr val="FFFDE7"/>
            </a:solidFill>
            <a:ln w="19050">
              <a:solidFill>
                <a:srgbClr val="F9A825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01" name="Text 18">
              <a:extLst>
                <a:ext uri="{FF2B5EF4-FFF2-40B4-BE49-F238E27FC236}">
                  <a16:creationId xmlns:a16="http://schemas.microsoft.com/office/drawing/2014/main" id="{B2E964F0-BC31-8CFD-B893-90DF0394F93B}"/>
                </a:ext>
              </a:extLst>
            </p:cNvPr>
            <p:cNvSpPr/>
            <p:nvPr/>
          </p:nvSpPr>
          <p:spPr>
            <a:xfrm>
              <a:off x="9350223" y="2945375"/>
              <a:ext cx="777240" cy="4937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graph.obj</a:t>
              </a:r>
              <a:endParaRPr lang="en-US" sz="1200" dirty="0"/>
            </a:p>
          </p:txBody>
        </p:sp>
        <p:pic>
          <p:nvPicPr>
            <p:cNvPr id="1339" name="Gráfico 1338">
              <a:extLst>
                <a:ext uri="{FF2B5EF4-FFF2-40B4-BE49-F238E27FC236}">
                  <a16:creationId xmlns:a16="http://schemas.microsoft.com/office/drawing/2014/main" id="{5976BDF6-B000-4060-0AE5-F2A85608A3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9125973" y="3031048"/>
              <a:ext cx="322430" cy="322430"/>
            </a:xfrm>
            <a:prstGeom prst="rect">
              <a:avLst/>
            </a:prstGeom>
          </p:spPr>
        </p:pic>
      </p:grpSp>
      <p:grpSp>
        <p:nvGrpSpPr>
          <p:cNvPr id="1430" name="Grupo 1429">
            <a:extLst>
              <a:ext uri="{FF2B5EF4-FFF2-40B4-BE49-F238E27FC236}">
                <a16:creationId xmlns:a16="http://schemas.microsoft.com/office/drawing/2014/main" id="{BF58CF5F-1C77-6214-DD94-5DA7A54EB294}"/>
              </a:ext>
            </a:extLst>
          </p:cNvPr>
          <p:cNvGrpSpPr/>
          <p:nvPr/>
        </p:nvGrpSpPr>
        <p:grpSpPr>
          <a:xfrm>
            <a:off x="7137556" y="3534931"/>
            <a:ext cx="1517494" cy="1052353"/>
            <a:chOff x="6553356" y="3632721"/>
            <a:chExt cx="1517494" cy="1052353"/>
          </a:xfrm>
        </p:grpSpPr>
        <p:sp>
          <p:nvSpPr>
            <p:cNvPr id="1341" name="Shape 62">
              <a:extLst>
                <a:ext uri="{FF2B5EF4-FFF2-40B4-BE49-F238E27FC236}">
                  <a16:creationId xmlns:a16="http://schemas.microsoft.com/office/drawing/2014/main" id="{E9284FD2-3DC5-ABCF-0FDC-AC70076F5355}"/>
                </a:ext>
              </a:extLst>
            </p:cNvPr>
            <p:cNvSpPr/>
            <p:nvPr/>
          </p:nvSpPr>
          <p:spPr>
            <a:xfrm>
              <a:off x="6553356" y="3632721"/>
              <a:ext cx="1517494" cy="105235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F9A825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75" name="Picture 26" descr="Líneas de autobús">
              <a:extLst>
                <a:ext uri="{FF2B5EF4-FFF2-40B4-BE49-F238E27FC236}">
                  <a16:creationId xmlns:a16="http://schemas.microsoft.com/office/drawing/2014/main" id="{279AC9E8-ABF4-77BD-F9C5-82329DD0F2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2510" y="3649962"/>
              <a:ext cx="1399186" cy="989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46" name="Grupo 1345">
            <a:extLst>
              <a:ext uri="{FF2B5EF4-FFF2-40B4-BE49-F238E27FC236}">
                <a16:creationId xmlns:a16="http://schemas.microsoft.com/office/drawing/2014/main" id="{F099E8FA-E5E5-8AC1-B632-B89D6F3BC431}"/>
              </a:ext>
            </a:extLst>
          </p:cNvPr>
          <p:cNvGrpSpPr/>
          <p:nvPr/>
        </p:nvGrpSpPr>
        <p:grpSpPr>
          <a:xfrm>
            <a:off x="10450552" y="825044"/>
            <a:ext cx="1434083" cy="1293777"/>
            <a:chOff x="9433309" y="976093"/>
            <a:chExt cx="1434083" cy="1293777"/>
          </a:xfrm>
        </p:grpSpPr>
        <p:grpSp>
          <p:nvGrpSpPr>
            <p:cNvPr id="1314" name="Grupo 1313">
              <a:extLst>
                <a:ext uri="{FF2B5EF4-FFF2-40B4-BE49-F238E27FC236}">
                  <a16:creationId xmlns:a16="http://schemas.microsoft.com/office/drawing/2014/main" id="{BD529822-C67B-BEE7-C1CF-1D22CCA42EBE}"/>
                </a:ext>
              </a:extLst>
            </p:cNvPr>
            <p:cNvGrpSpPr/>
            <p:nvPr/>
          </p:nvGrpSpPr>
          <p:grpSpPr>
            <a:xfrm>
              <a:off x="9433309" y="976093"/>
              <a:ext cx="1434083" cy="1293777"/>
              <a:chOff x="10100087" y="823765"/>
              <a:chExt cx="1646873" cy="1448422"/>
            </a:xfrm>
          </p:grpSpPr>
          <p:sp>
            <p:nvSpPr>
              <p:cNvPr id="1312" name="Shape 53">
                <a:extLst>
                  <a:ext uri="{FF2B5EF4-FFF2-40B4-BE49-F238E27FC236}">
                    <a16:creationId xmlns:a16="http://schemas.microsoft.com/office/drawing/2014/main" id="{2D111141-8E98-4B84-76FD-678F775E3F91}"/>
                  </a:ext>
                </a:extLst>
              </p:cNvPr>
              <p:cNvSpPr/>
              <p:nvPr/>
            </p:nvSpPr>
            <p:spPr>
              <a:xfrm>
                <a:off x="10100087" y="823765"/>
                <a:ext cx="1646873" cy="1448422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25400">
                <a:solidFill>
                  <a:srgbClr val="777777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313" name="Text 54">
                <a:extLst>
                  <a:ext uri="{FF2B5EF4-FFF2-40B4-BE49-F238E27FC236}">
                    <a16:creationId xmlns:a16="http://schemas.microsoft.com/office/drawing/2014/main" id="{3CCD9161-F465-4E1A-00B2-7DF4ED79587D}"/>
                  </a:ext>
                </a:extLst>
              </p:cNvPr>
              <p:cNvSpPr/>
              <p:nvPr/>
            </p:nvSpPr>
            <p:spPr>
              <a:xfrm>
                <a:off x="10672076" y="1150577"/>
                <a:ext cx="1068202" cy="1680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Castilla-La Mancha</a:t>
                </a:r>
                <a:endParaRPr lang="en-US" sz="900" dirty="0"/>
              </a:p>
            </p:txBody>
          </p:sp>
          <p:pic>
            <p:nvPicPr>
              <p:cNvPr id="1234" name="Imagen 1233">
                <a:extLst>
                  <a:ext uri="{FF2B5EF4-FFF2-40B4-BE49-F238E27FC236}">
                    <a16:creationId xmlns:a16="http://schemas.microsoft.com/office/drawing/2014/main" id="{CFB202A3-AEB0-74D8-8DA9-218251B108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61251" y="850955"/>
                <a:ext cx="1445837" cy="481945"/>
              </a:xfrm>
              <a:prstGeom prst="rect">
                <a:avLst/>
              </a:prstGeom>
            </p:spPr>
          </p:pic>
          <p:pic>
            <p:nvPicPr>
              <p:cNvPr id="1233" name="Picture 6">
                <a:extLst>
                  <a:ext uri="{FF2B5EF4-FFF2-40B4-BE49-F238E27FC236}">
                    <a16:creationId xmlns:a16="http://schemas.microsoft.com/office/drawing/2014/main" id="{4A61A3EA-9106-CBEF-1034-5BFBB2BBAF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10789" y="1331817"/>
                <a:ext cx="746760" cy="705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344" name="Grupo 1343">
              <a:extLst>
                <a:ext uri="{FF2B5EF4-FFF2-40B4-BE49-F238E27FC236}">
                  <a16:creationId xmlns:a16="http://schemas.microsoft.com/office/drawing/2014/main" id="{5C9FBFA2-2D0B-930A-77E5-5201D8C5044A}"/>
                </a:ext>
              </a:extLst>
            </p:cNvPr>
            <p:cNvGrpSpPr/>
            <p:nvPr/>
          </p:nvGrpSpPr>
          <p:grpSpPr>
            <a:xfrm>
              <a:off x="9681913" y="2004092"/>
              <a:ext cx="891099" cy="228600"/>
              <a:chOff x="9679970" y="2049926"/>
              <a:chExt cx="891099" cy="228600"/>
            </a:xfrm>
          </p:grpSpPr>
          <p:sp>
            <p:nvSpPr>
              <p:cNvPr id="1329" name="Text 66">
                <a:extLst>
                  <a:ext uri="{FF2B5EF4-FFF2-40B4-BE49-F238E27FC236}">
                    <a16:creationId xmlns:a16="http://schemas.microsoft.com/office/drawing/2014/main" id="{7214F0F3-5F29-B74D-B524-36AF40A4D624}"/>
                  </a:ext>
                </a:extLst>
              </p:cNvPr>
              <p:cNvSpPr/>
              <p:nvPr/>
            </p:nvSpPr>
            <p:spPr>
              <a:xfrm>
                <a:off x="9793830" y="2049926"/>
                <a:ext cx="777239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 err="1">
                    <a:solidFill>
                      <a:srgbClr val="77777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CLM.osm.pbf</a:t>
                </a:r>
                <a:endParaRPr lang="en-US" sz="900" dirty="0">
                  <a:solidFill>
                    <a:srgbClr val="777777"/>
                  </a:solidFill>
                </a:endParaRPr>
              </a:p>
            </p:txBody>
          </p:sp>
          <p:pic>
            <p:nvPicPr>
              <p:cNvPr id="1343" name="Gráfico 1342">
                <a:extLst>
                  <a:ext uri="{FF2B5EF4-FFF2-40B4-BE49-F238E27FC236}">
                    <a16:creationId xmlns:a16="http://schemas.microsoft.com/office/drawing/2014/main" id="{4873CF3A-638B-E36F-1685-D5A0BDF54E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9679970" y="2054422"/>
                <a:ext cx="219608" cy="219608"/>
              </a:xfrm>
              <a:prstGeom prst="rect">
                <a:avLst/>
              </a:prstGeom>
            </p:spPr>
          </p:pic>
        </p:grpSp>
      </p:grpSp>
      <p:cxnSp>
        <p:nvCxnSpPr>
          <p:cNvPr id="1358" name="Conector: angular 1357">
            <a:extLst>
              <a:ext uri="{FF2B5EF4-FFF2-40B4-BE49-F238E27FC236}">
                <a16:creationId xmlns:a16="http://schemas.microsoft.com/office/drawing/2014/main" id="{AD52F993-9B98-44AB-B054-4F29BA89D1CB}"/>
              </a:ext>
            </a:extLst>
          </p:cNvPr>
          <p:cNvCxnSpPr>
            <a:cxnSpLocks/>
            <a:stCxn id="1312" idx="2"/>
            <a:endCxn id="1292" idx="0"/>
          </p:cNvCxnSpPr>
          <p:nvPr/>
        </p:nvCxnSpPr>
        <p:spPr>
          <a:xfrm rot="16200000" flipH="1">
            <a:off x="11041871" y="2244544"/>
            <a:ext cx="252510" cy="10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0" name="Text 55">
            <a:extLst>
              <a:ext uri="{FF2B5EF4-FFF2-40B4-BE49-F238E27FC236}">
                <a16:creationId xmlns:a16="http://schemas.microsoft.com/office/drawing/2014/main" id="{8ED76A47-DE66-3989-5878-A72DF0E005A7}"/>
              </a:ext>
            </a:extLst>
          </p:cNvPr>
          <p:cNvSpPr/>
          <p:nvPr/>
        </p:nvSpPr>
        <p:spPr>
          <a:xfrm>
            <a:off x="11218418" y="2130194"/>
            <a:ext cx="899158" cy="20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</a:t>
            </a: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-extract (×3)</a:t>
            </a:r>
            <a:endParaRPr lang="en-US" sz="900" dirty="0"/>
          </a:p>
        </p:txBody>
      </p:sp>
      <p:cxnSp>
        <p:nvCxnSpPr>
          <p:cNvPr id="1369" name="Conector: angular 1368">
            <a:extLst>
              <a:ext uri="{FF2B5EF4-FFF2-40B4-BE49-F238E27FC236}">
                <a16:creationId xmlns:a16="http://schemas.microsoft.com/office/drawing/2014/main" id="{E9F355F9-A2D8-873E-261A-03AAD181F894}"/>
              </a:ext>
            </a:extLst>
          </p:cNvPr>
          <p:cNvCxnSpPr>
            <a:cxnSpLocks/>
            <a:stCxn id="1292" idx="1"/>
            <a:endCxn id="1136" idx="3"/>
          </p:cNvCxnSpPr>
          <p:nvPr/>
        </p:nvCxnSpPr>
        <p:spPr>
          <a:xfrm rot="10800000">
            <a:off x="8655256" y="1770962"/>
            <a:ext cx="1773707" cy="8738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8" name="Shape 53">
            <a:extLst>
              <a:ext uri="{FF2B5EF4-FFF2-40B4-BE49-F238E27FC236}">
                <a16:creationId xmlns:a16="http://schemas.microsoft.com/office/drawing/2014/main" id="{1DEB5A57-D30B-55EC-56AC-58D6F9503E6F}"/>
              </a:ext>
            </a:extLst>
          </p:cNvPr>
          <p:cNvSpPr/>
          <p:nvPr/>
        </p:nvSpPr>
        <p:spPr>
          <a:xfrm>
            <a:off x="10527668" y="4870640"/>
            <a:ext cx="1279851" cy="71269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5400">
            <a:solidFill>
              <a:srgbClr val="3188C9"/>
            </a:solidFill>
            <a:prstDash val="sysDot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cxnSp>
        <p:nvCxnSpPr>
          <p:cNvPr id="1381" name="Conector: angular 1380">
            <a:extLst>
              <a:ext uri="{FF2B5EF4-FFF2-40B4-BE49-F238E27FC236}">
                <a16:creationId xmlns:a16="http://schemas.microsoft.com/office/drawing/2014/main" id="{022F5CE7-5421-2C99-630F-5F90D72B542E}"/>
              </a:ext>
            </a:extLst>
          </p:cNvPr>
          <p:cNvCxnSpPr>
            <a:cxnSpLocks/>
            <a:stCxn id="1292" idx="2"/>
            <a:endCxn id="1300" idx="3"/>
          </p:cNvCxnSpPr>
          <p:nvPr/>
        </p:nvCxnSpPr>
        <p:spPr>
          <a:xfrm rot="5400000">
            <a:off x="10558859" y="2573818"/>
            <a:ext cx="265305" cy="9542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83" name="Grupo 1382">
            <a:extLst>
              <a:ext uri="{FF2B5EF4-FFF2-40B4-BE49-F238E27FC236}">
                <a16:creationId xmlns:a16="http://schemas.microsoft.com/office/drawing/2014/main" id="{4CD3EAB6-BE44-1FD9-D42C-DEF6B206F240}"/>
              </a:ext>
            </a:extLst>
          </p:cNvPr>
          <p:cNvGrpSpPr/>
          <p:nvPr/>
        </p:nvGrpSpPr>
        <p:grpSpPr>
          <a:xfrm>
            <a:off x="10347309" y="3433103"/>
            <a:ext cx="1786667" cy="493776"/>
            <a:chOff x="9176022" y="3895674"/>
            <a:chExt cx="1786667" cy="493776"/>
          </a:xfrm>
        </p:grpSpPr>
        <p:grpSp>
          <p:nvGrpSpPr>
            <p:cNvPr id="1296" name="Grupo 1295">
              <a:extLst>
                <a:ext uri="{FF2B5EF4-FFF2-40B4-BE49-F238E27FC236}">
                  <a16:creationId xmlns:a16="http://schemas.microsoft.com/office/drawing/2014/main" id="{4D7A7039-9E5E-0AA9-F6F9-372C428578FA}"/>
                </a:ext>
              </a:extLst>
            </p:cNvPr>
            <p:cNvGrpSpPr/>
            <p:nvPr/>
          </p:nvGrpSpPr>
          <p:grpSpPr>
            <a:xfrm>
              <a:off x="9176022" y="3895674"/>
              <a:ext cx="1786667" cy="493776"/>
              <a:chOff x="4465066" y="1536192"/>
              <a:chExt cx="1786664" cy="493776"/>
            </a:xfrm>
          </p:grpSpPr>
          <p:sp>
            <p:nvSpPr>
              <p:cNvPr id="1297" name="Shape 13">
                <a:extLst>
                  <a:ext uri="{FF2B5EF4-FFF2-40B4-BE49-F238E27FC236}">
                    <a16:creationId xmlns:a16="http://schemas.microsoft.com/office/drawing/2014/main" id="{B5CA38FC-3204-57E5-35BA-D9DA7D2E9174}"/>
                  </a:ext>
                </a:extLst>
              </p:cNvPr>
              <p:cNvSpPr/>
              <p:nvPr/>
            </p:nvSpPr>
            <p:spPr>
              <a:xfrm>
                <a:off x="4465066" y="1536192"/>
                <a:ext cx="1646009" cy="493776"/>
              </a:xfrm>
              <a:prstGeom prst="roundRect">
                <a:avLst>
                  <a:gd name="adj" fmla="val 9259"/>
                </a:avLst>
              </a:prstGeom>
              <a:solidFill>
                <a:srgbClr val="FFFDE7"/>
              </a:solidFill>
              <a:ln w="19050">
                <a:solidFill>
                  <a:srgbClr val="F9A825"/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298" name="Text 14">
                <a:extLst>
                  <a:ext uri="{FF2B5EF4-FFF2-40B4-BE49-F238E27FC236}">
                    <a16:creationId xmlns:a16="http://schemas.microsoft.com/office/drawing/2014/main" id="{83FFC26D-6587-ED19-ABEB-AA1A92BB5811}"/>
                  </a:ext>
                </a:extLst>
              </p:cNvPr>
              <p:cNvSpPr/>
              <p:nvPr/>
            </p:nvSpPr>
            <p:spPr>
              <a:xfrm>
                <a:off x="4739384" y="1536192"/>
                <a:ext cx="1512346" cy="49377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Feed GTFS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750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stops.txt · routes.txt · trips.txt</a:t>
                </a:r>
                <a:endParaRPr lang="en-US" sz="850" dirty="0"/>
              </a:p>
            </p:txBody>
          </p:sp>
        </p:grpSp>
        <p:pic>
          <p:nvPicPr>
            <p:cNvPr id="1382" name="Gráfico 1381" descr="Carpeta abierta con relleno sólido">
              <a:extLst>
                <a:ext uri="{FF2B5EF4-FFF2-40B4-BE49-F238E27FC236}">
                  <a16:creationId xmlns:a16="http://schemas.microsoft.com/office/drawing/2014/main" id="{7616DD52-7A49-6F15-6199-54090A7388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240188" y="3967545"/>
              <a:ext cx="354433" cy="354433"/>
            </a:xfrm>
            <a:prstGeom prst="rect">
              <a:avLst/>
            </a:prstGeom>
          </p:spPr>
        </p:pic>
      </p:grpSp>
      <p:cxnSp>
        <p:nvCxnSpPr>
          <p:cNvPr id="1385" name="Conector: angular 1384">
            <a:extLst>
              <a:ext uri="{FF2B5EF4-FFF2-40B4-BE49-F238E27FC236}">
                <a16:creationId xmlns:a16="http://schemas.microsoft.com/office/drawing/2014/main" id="{D9CE034E-991A-6F12-8FE7-1E16048EEC95}"/>
              </a:ext>
            </a:extLst>
          </p:cNvPr>
          <p:cNvCxnSpPr>
            <a:cxnSpLocks/>
            <a:stCxn id="1297" idx="0"/>
            <a:endCxn id="1300" idx="3"/>
          </p:cNvCxnSpPr>
          <p:nvPr/>
        </p:nvCxnSpPr>
        <p:spPr>
          <a:xfrm rot="16200000" flipV="1">
            <a:off x="10567598" y="2830385"/>
            <a:ext cx="249485" cy="95595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3" name="Conector: angular 1402">
            <a:extLst>
              <a:ext uri="{FF2B5EF4-FFF2-40B4-BE49-F238E27FC236}">
                <a16:creationId xmlns:a16="http://schemas.microsoft.com/office/drawing/2014/main" id="{4B6C229F-0E41-9094-EF45-BE231EDEB1CD}"/>
              </a:ext>
            </a:extLst>
          </p:cNvPr>
          <p:cNvCxnSpPr>
            <a:stCxn id="1297" idx="1"/>
            <a:endCxn id="1341" idx="3"/>
          </p:cNvCxnSpPr>
          <p:nvPr/>
        </p:nvCxnSpPr>
        <p:spPr>
          <a:xfrm rot="10800000" flipV="1">
            <a:off x="8655051" y="3679990"/>
            <a:ext cx="1692259" cy="3811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4" name="Text 55">
            <a:extLst>
              <a:ext uri="{FF2B5EF4-FFF2-40B4-BE49-F238E27FC236}">
                <a16:creationId xmlns:a16="http://schemas.microsoft.com/office/drawing/2014/main" id="{A9E54916-3127-07D9-D5D5-AB11391983C5}"/>
              </a:ext>
            </a:extLst>
          </p:cNvPr>
          <p:cNvSpPr/>
          <p:nvPr/>
        </p:nvSpPr>
        <p:spPr>
          <a:xfrm>
            <a:off x="11033762" y="3080373"/>
            <a:ext cx="899158" cy="20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build</a:t>
            </a:r>
            <a:endParaRPr lang="en-US" sz="900" dirty="0"/>
          </a:p>
        </p:txBody>
      </p:sp>
      <p:grpSp>
        <p:nvGrpSpPr>
          <p:cNvPr id="1407" name="Grupo 1406">
            <a:extLst>
              <a:ext uri="{FF2B5EF4-FFF2-40B4-BE49-F238E27FC236}">
                <a16:creationId xmlns:a16="http://schemas.microsoft.com/office/drawing/2014/main" id="{E4F64028-5FD2-D605-8D39-B56F294F44C9}"/>
              </a:ext>
            </a:extLst>
          </p:cNvPr>
          <p:cNvGrpSpPr/>
          <p:nvPr/>
        </p:nvGrpSpPr>
        <p:grpSpPr>
          <a:xfrm>
            <a:off x="10472649" y="4143941"/>
            <a:ext cx="1390604" cy="576930"/>
            <a:chOff x="10520612" y="4201091"/>
            <a:chExt cx="1390604" cy="576930"/>
          </a:xfrm>
        </p:grpSpPr>
        <p:sp>
          <p:nvSpPr>
            <p:cNvPr id="1406" name="Shape 53">
              <a:extLst>
                <a:ext uri="{FF2B5EF4-FFF2-40B4-BE49-F238E27FC236}">
                  <a16:creationId xmlns:a16="http://schemas.microsoft.com/office/drawing/2014/main" id="{8352495E-02E4-3616-FBF0-D7CB37E8FAC8}"/>
                </a:ext>
              </a:extLst>
            </p:cNvPr>
            <p:cNvSpPr/>
            <p:nvPr/>
          </p:nvSpPr>
          <p:spPr>
            <a:xfrm>
              <a:off x="10520612" y="4201091"/>
              <a:ext cx="1390604" cy="57693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013174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 anchor="b"/>
            <a:lstStyle/>
            <a:p>
              <a:pPr algn="ctr"/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Bus Urbano Toledo</a:t>
              </a:r>
              <a:endParaRPr lang="en-US" sz="1100" dirty="0"/>
            </a:p>
          </p:txBody>
        </p:sp>
        <p:pic>
          <p:nvPicPr>
            <p:cNvPr id="1198" name="Imagen 1197">
              <a:extLst>
                <a:ext uri="{FF2B5EF4-FFF2-40B4-BE49-F238E27FC236}">
                  <a16:creationId xmlns:a16="http://schemas.microsoft.com/office/drawing/2014/main" id="{5AB3B218-D356-0EE6-8DD9-20467BC57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97627" y="4276227"/>
              <a:ext cx="1286157" cy="211192"/>
            </a:xfrm>
            <a:prstGeom prst="rect">
              <a:avLst/>
            </a:prstGeom>
          </p:spPr>
        </p:pic>
      </p:grpSp>
      <p:cxnSp>
        <p:nvCxnSpPr>
          <p:cNvPr id="1409" name="Conector: angular 1408">
            <a:extLst>
              <a:ext uri="{FF2B5EF4-FFF2-40B4-BE49-F238E27FC236}">
                <a16:creationId xmlns:a16="http://schemas.microsoft.com/office/drawing/2014/main" id="{46E26511-984B-00AB-6184-E2F76374D112}"/>
              </a:ext>
            </a:extLst>
          </p:cNvPr>
          <p:cNvCxnSpPr>
            <a:cxnSpLocks/>
            <a:stCxn id="1406" idx="0"/>
            <a:endCxn id="1297" idx="2"/>
          </p:cNvCxnSpPr>
          <p:nvPr/>
        </p:nvCxnSpPr>
        <p:spPr>
          <a:xfrm rot="5400000" flipH="1" flipV="1">
            <a:off x="11060602" y="4034228"/>
            <a:ext cx="217062" cy="23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5" name="Conector: angular 1414">
            <a:extLst>
              <a:ext uri="{FF2B5EF4-FFF2-40B4-BE49-F238E27FC236}">
                <a16:creationId xmlns:a16="http://schemas.microsoft.com/office/drawing/2014/main" id="{2A69AB01-D83F-510B-97C7-C0CEF76B9D03}"/>
              </a:ext>
            </a:extLst>
          </p:cNvPr>
          <p:cNvCxnSpPr>
            <a:cxnSpLocks/>
            <a:stCxn id="1378" idx="0"/>
            <a:endCxn id="1406" idx="2"/>
          </p:cNvCxnSpPr>
          <p:nvPr/>
        </p:nvCxnSpPr>
        <p:spPr>
          <a:xfrm rot="5400000" flipH="1" flipV="1">
            <a:off x="11092888" y="4795578"/>
            <a:ext cx="149769" cy="3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29" name="Grupo 1428">
            <a:extLst>
              <a:ext uri="{FF2B5EF4-FFF2-40B4-BE49-F238E27FC236}">
                <a16:creationId xmlns:a16="http://schemas.microsoft.com/office/drawing/2014/main" id="{CA83D7D9-669B-EB35-1F89-9806987CBE8A}"/>
              </a:ext>
            </a:extLst>
          </p:cNvPr>
          <p:cNvGrpSpPr/>
          <p:nvPr/>
        </p:nvGrpSpPr>
        <p:grpSpPr>
          <a:xfrm>
            <a:off x="9309314" y="5806782"/>
            <a:ext cx="2764393" cy="922547"/>
            <a:chOff x="9198930" y="5570523"/>
            <a:chExt cx="2764393" cy="922547"/>
          </a:xfrm>
        </p:grpSpPr>
        <p:sp>
          <p:nvSpPr>
            <p:cNvPr id="1424" name="Shape 53">
              <a:extLst>
                <a:ext uri="{FF2B5EF4-FFF2-40B4-BE49-F238E27FC236}">
                  <a16:creationId xmlns:a16="http://schemas.microsoft.com/office/drawing/2014/main" id="{9F648DCD-6933-6447-A906-A2C54535DD73}"/>
                </a:ext>
              </a:extLst>
            </p:cNvPr>
            <p:cNvSpPr/>
            <p:nvPr/>
          </p:nvSpPr>
          <p:spPr>
            <a:xfrm>
              <a:off x="9198930" y="5570523"/>
              <a:ext cx="2593019" cy="747727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777777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1307" name="Text 65">
              <a:extLst>
                <a:ext uri="{FF2B5EF4-FFF2-40B4-BE49-F238E27FC236}">
                  <a16:creationId xmlns:a16="http://schemas.microsoft.com/office/drawing/2014/main" id="{7B464969-0E97-A7D4-6D31-9C2AEB920277}"/>
                </a:ext>
              </a:extLst>
            </p:cNvPr>
            <p:cNvSpPr/>
            <p:nvPr/>
          </p:nvSpPr>
          <p:spPr>
            <a:xfrm>
              <a:off x="9340028" y="5793405"/>
              <a:ext cx="2000279" cy="4042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Dataset LPMC</a:t>
              </a:r>
              <a:b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Hillel et al. 2018 – Londres</a:t>
              </a:r>
              <a:endParaRPr lang="en-US" sz="1400" dirty="0"/>
            </a:p>
          </p:txBody>
        </p:sp>
        <p:pic>
          <p:nvPicPr>
            <p:cNvPr id="1421" name="Gráfico 1420">
              <a:extLst>
                <a:ext uri="{FF2B5EF4-FFF2-40B4-BE49-F238E27FC236}">
                  <a16:creationId xmlns:a16="http://schemas.microsoft.com/office/drawing/2014/main" id="{717BA62C-7EED-0F62-352E-0B9EF6DAFA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9299220" y="5614625"/>
              <a:ext cx="404234" cy="404234"/>
            </a:xfrm>
            <a:prstGeom prst="rect">
              <a:avLst/>
            </a:prstGeom>
          </p:spPr>
        </p:pic>
        <p:pic>
          <p:nvPicPr>
            <p:cNvPr id="1427" name="Imagen 1426">
              <a:extLst>
                <a:ext uri="{FF2B5EF4-FFF2-40B4-BE49-F238E27FC236}">
                  <a16:creationId xmlns:a16="http://schemas.microsoft.com/office/drawing/2014/main" id="{EB70C60E-BA49-D8FF-5D28-CE10C1839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17374" y="5947121"/>
              <a:ext cx="545949" cy="545949"/>
            </a:xfrm>
            <a:prstGeom prst="ellipse">
              <a:avLst/>
            </a:prstGeom>
            <a:ln w="19050" cap="rnd">
              <a:solidFill>
                <a:srgbClr val="777777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</p:spPr>
        </p:pic>
      </p:grpSp>
      <p:sp>
        <p:nvSpPr>
          <p:cNvPr id="1432" name="Text 55">
            <a:extLst>
              <a:ext uri="{FF2B5EF4-FFF2-40B4-BE49-F238E27FC236}">
                <a16:creationId xmlns:a16="http://schemas.microsoft.com/office/drawing/2014/main" id="{B7B5EB50-63F0-CC04-4064-6ACBA746B88F}"/>
              </a:ext>
            </a:extLst>
          </p:cNvPr>
          <p:cNvSpPr/>
          <p:nvPr/>
        </p:nvSpPr>
        <p:spPr>
          <a:xfrm>
            <a:off x="11167594" y="3920938"/>
            <a:ext cx="899158" cy="20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</a:t>
            </a: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GTFS</a:t>
            </a:r>
            <a:endParaRPr lang="en-US" sz="900" dirty="0"/>
          </a:p>
        </p:txBody>
      </p:sp>
      <p:cxnSp>
        <p:nvCxnSpPr>
          <p:cNvPr id="1434" name="Conector: angular 1433">
            <a:extLst>
              <a:ext uri="{FF2B5EF4-FFF2-40B4-BE49-F238E27FC236}">
                <a16:creationId xmlns:a16="http://schemas.microsoft.com/office/drawing/2014/main" id="{25CD9A89-DBED-FDA3-0BF3-AAD2E3FAC3BF}"/>
              </a:ext>
            </a:extLst>
          </p:cNvPr>
          <p:cNvCxnSpPr>
            <a:stCxn id="1300" idx="1"/>
            <a:endCxn id="76" idx="3"/>
          </p:cNvCxnSpPr>
          <p:nvPr/>
        </p:nvCxnSpPr>
        <p:spPr>
          <a:xfrm rot="10800000" flipV="1">
            <a:off x="8655052" y="3183617"/>
            <a:ext cx="507753" cy="22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7" name="Conector: angular 1436">
            <a:extLst>
              <a:ext uri="{FF2B5EF4-FFF2-40B4-BE49-F238E27FC236}">
                <a16:creationId xmlns:a16="http://schemas.microsoft.com/office/drawing/2014/main" id="{8A9A35A2-2A98-632F-58A5-59CD531195B5}"/>
              </a:ext>
            </a:extLst>
          </p:cNvPr>
          <p:cNvCxnSpPr>
            <a:stCxn id="1203" idx="3"/>
            <a:endCxn id="1341" idx="1"/>
          </p:cNvCxnSpPr>
          <p:nvPr/>
        </p:nvCxnSpPr>
        <p:spPr>
          <a:xfrm flipV="1">
            <a:off x="4921250" y="4061108"/>
            <a:ext cx="2216306" cy="211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2" name="Conector: angular 1441">
            <a:extLst>
              <a:ext uri="{FF2B5EF4-FFF2-40B4-BE49-F238E27FC236}">
                <a16:creationId xmlns:a16="http://schemas.microsoft.com/office/drawing/2014/main" id="{02F3F529-3429-6C32-5A69-1C8E7FF64853}"/>
              </a:ext>
            </a:extLst>
          </p:cNvPr>
          <p:cNvCxnSpPr>
            <a:cxnSpLocks/>
            <a:stCxn id="1204" idx="3"/>
            <a:endCxn id="1280" idx="1"/>
          </p:cNvCxnSpPr>
          <p:nvPr/>
        </p:nvCxnSpPr>
        <p:spPr>
          <a:xfrm>
            <a:off x="4921250" y="5147639"/>
            <a:ext cx="908982" cy="122608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4" name="Conector: angular 1443">
            <a:extLst>
              <a:ext uri="{FF2B5EF4-FFF2-40B4-BE49-F238E27FC236}">
                <a16:creationId xmlns:a16="http://schemas.microsoft.com/office/drawing/2014/main" id="{C35C10B3-B2AF-8284-14F3-5AB793B388D7}"/>
              </a:ext>
            </a:extLst>
          </p:cNvPr>
          <p:cNvCxnSpPr>
            <a:cxnSpLocks/>
            <a:stCxn id="1204" idx="3"/>
            <a:endCxn id="1277" idx="1"/>
          </p:cNvCxnSpPr>
          <p:nvPr/>
        </p:nvCxnSpPr>
        <p:spPr>
          <a:xfrm>
            <a:off x="4921250" y="5147639"/>
            <a:ext cx="1343318" cy="59836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6" name="Conector: angular 1445">
            <a:extLst>
              <a:ext uri="{FF2B5EF4-FFF2-40B4-BE49-F238E27FC236}">
                <a16:creationId xmlns:a16="http://schemas.microsoft.com/office/drawing/2014/main" id="{AE06E733-F617-38F4-D95B-D8A42E61E592}"/>
              </a:ext>
            </a:extLst>
          </p:cNvPr>
          <p:cNvCxnSpPr>
            <a:cxnSpLocks/>
            <a:stCxn id="1204" idx="3"/>
            <a:endCxn id="1276" idx="1"/>
          </p:cNvCxnSpPr>
          <p:nvPr/>
        </p:nvCxnSpPr>
        <p:spPr>
          <a:xfrm>
            <a:off x="4921250" y="5147639"/>
            <a:ext cx="1437219" cy="12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0" name="CuadroTexto 1459">
            <a:extLst>
              <a:ext uri="{FF2B5EF4-FFF2-40B4-BE49-F238E27FC236}">
                <a16:creationId xmlns:a16="http://schemas.microsoft.com/office/drawing/2014/main" id="{47DDC939-B794-2DE6-7A21-D4FD0B47C02F}"/>
              </a:ext>
            </a:extLst>
          </p:cNvPr>
          <p:cNvSpPr txBox="1"/>
          <p:nvPr/>
        </p:nvSpPr>
        <p:spPr>
          <a:xfrm>
            <a:off x="5212564" y="4870640"/>
            <a:ext cx="9921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4D40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1200" b="1" dirty="0">
              <a:latin typeface="Consolas" panose="020B0609020204030204" pitchFamily="49" charset="0"/>
            </a:endParaRPr>
          </a:p>
        </p:txBody>
      </p:sp>
      <p:cxnSp>
        <p:nvCxnSpPr>
          <p:cNvPr id="1463" name="Conector: angular 1462">
            <a:extLst>
              <a:ext uri="{FF2B5EF4-FFF2-40B4-BE49-F238E27FC236}">
                <a16:creationId xmlns:a16="http://schemas.microsoft.com/office/drawing/2014/main" id="{BD9CF4A7-B235-B191-8398-7AFFB986F3DC}"/>
              </a:ext>
            </a:extLst>
          </p:cNvPr>
          <p:cNvCxnSpPr>
            <a:cxnSpLocks/>
            <a:stCxn id="1424" idx="1"/>
            <a:endCxn id="1280" idx="3"/>
          </p:cNvCxnSpPr>
          <p:nvPr/>
        </p:nvCxnSpPr>
        <p:spPr>
          <a:xfrm rot="10800000" flipV="1">
            <a:off x="8173568" y="6180645"/>
            <a:ext cx="1135747" cy="193079"/>
          </a:xfrm>
          <a:prstGeom prst="bentConnector3">
            <a:avLst>
              <a:gd name="adj1" fmla="val 6733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7" name="Conector: angular 1466">
            <a:extLst>
              <a:ext uri="{FF2B5EF4-FFF2-40B4-BE49-F238E27FC236}">
                <a16:creationId xmlns:a16="http://schemas.microsoft.com/office/drawing/2014/main" id="{7A603451-107B-502D-C79B-BEC847BD8BB3}"/>
              </a:ext>
            </a:extLst>
          </p:cNvPr>
          <p:cNvCxnSpPr>
            <a:cxnSpLocks/>
            <a:stCxn id="1424" idx="1"/>
            <a:endCxn id="1277" idx="3"/>
          </p:cNvCxnSpPr>
          <p:nvPr/>
        </p:nvCxnSpPr>
        <p:spPr>
          <a:xfrm rot="10800000">
            <a:off x="7764704" y="5746008"/>
            <a:ext cx="1544610" cy="4346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0" name="Conector: angular 1469">
            <a:extLst>
              <a:ext uri="{FF2B5EF4-FFF2-40B4-BE49-F238E27FC236}">
                <a16:creationId xmlns:a16="http://schemas.microsoft.com/office/drawing/2014/main" id="{0457FB2D-9125-F7DD-7887-51945D75DF23}"/>
              </a:ext>
            </a:extLst>
          </p:cNvPr>
          <p:cNvCxnSpPr>
            <a:cxnSpLocks/>
            <a:stCxn id="1424" idx="1"/>
            <a:endCxn id="1276" idx="3"/>
          </p:cNvCxnSpPr>
          <p:nvPr/>
        </p:nvCxnSpPr>
        <p:spPr>
          <a:xfrm rot="10800000">
            <a:off x="7677572" y="5148910"/>
            <a:ext cx="1631742" cy="1031737"/>
          </a:xfrm>
          <a:prstGeom prst="bentConnector3">
            <a:avLst>
              <a:gd name="adj1" fmla="val 4688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79" name="Grupo 1478">
            <a:extLst>
              <a:ext uri="{FF2B5EF4-FFF2-40B4-BE49-F238E27FC236}">
                <a16:creationId xmlns:a16="http://schemas.microsoft.com/office/drawing/2014/main" id="{6D87E111-3CF8-DC46-2A5C-103F7BE64BFB}"/>
              </a:ext>
            </a:extLst>
          </p:cNvPr>
          <p:cNvGrpSpPr/>
          <p:nvPr/>
        </p:nvGrpSpPr>
        <p:grpSpPr>
          <a:xfrm>
            <a:off x="1302302" y="1770961"/>
            <a:ext cx="1157025" cy="917972"/>
            <a:chOff x="31695" y="5696712"/>
            <a:chExt cx="1157025" cy="917972"/>
          </a:xfrm>
        </p:grpSpPr>
        <p:pic>
          <p:nvPicPr>
            <p:cNvPr id="1480" name="Imagen 1479">
              <a:extLst>
                <a:ext uri="{FF2B5EF4-FFF2-40B4-BE49-F238E27FC236}">
                  <a16:creationId xmlns:a16="http://schemas.microsoft.com/office/drawing/2014/main" id="{15996519-8D40-4AC4-385A-0F7B3A7C8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62" y="6047226"/>
              <a:ext cx="237345" cy="237345"/>
            </a:xfrm>
            <a:prstGeom prst="rect">
              <a:avLst/>
            </a:prstGeom>
          </p:spPr>
        </p:pic>
        <p:pic>
          <p:nvPicPr>
            <p:cNvPr id="1481" name="Imagen 1480">
              <a:extLst>
                <a:ext uri="{FF2B5EF4-FFF2-40B4-BE49-F238E27FC236}">
                  <a16:creationId xmlns:a16="http://schemas.microsoft.com/office/drawing/2014/main" id="{C1CA7C1C-7479-3DC3-BBBF-24721235F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1" t="32984" r="5910" b="32342"/>
            <a:stretch>
              <a:fillRect/>
            </a:stretch>
          </p:blipFill>
          <p:spPr>
            <a:xfrm>
              <a:off x="359455" y="6090998"/>
              <a:ext cx="829265" cy="203751"/>
            </a:xfrm>
            <a:prstGeom prst="rect">
              <a:avLst/>
            </a:prstGeom>
          </p:spPr>
        </p:pic>
        <p:pic>
          <p:nvPicPr>
            <p:cNvPr id="1482" name="Gráfico 1481">
              <a:extLst>
                <a:ext uri="{FF2B5EF4-FFF2-40B4-BE49-F238E27FC236}">
                  <a16:creationId xmlns:a16="http://schemas.microsoft.com/office/drawing/2014/main" id="{D5D67EE3-A71C-DE80-6510-51325ED0CF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68936" y="6353586"/>
              <a:ext cx="264976" cy="261098"/>
            </a:xfrm>
            <a:prstGeom prst="rect">
              <a:avLst/>
            </a:prstGeom>
          </p:spPr>
        </p:pic>
        <p:pic>
          <p:nvPicPr>
            <p:cNvPr id="1483" name="Imagen 1482">
              <a:extLst>
                <a:ext uri="{FF2B5EF4-FFF2-40B4-BE49-F238E27FC236}">
                  <a16:creationId xmlns:a16="http://schemas.microsoft.com/office/drawing/2014/main" id="{6B0228DC-9016-4FEF-1969-3A6BEB1C1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95" y="5696712"/>
              <a:ext cx="853667" cy="287292"/>
            </a:xfrm>
            <a:prstGeom prst="rect">
              <a:avLst/>
            </a:prstGeom>
          </p:spPr>
        </p:pic>
        <p:pic>
          <p:nvPicPr>
            <p:cNvPr id="1484" name="Imagen 1483">
              <a:extLst>
                <a:ext uri="{FF2B5EF4-FFF2-40B4-BE49-F238E27FC236}">
                  <a16:creationId xmlns:a16="http://schemas.microsoft.com/office/drawing/2014/main" id="{4BD91260-58FF-388F-DE23-7E2C59FA5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04" y="6404372"/>
              <a:ext cx="501181" cy="145079"/>
            </a:xfrm>
            <a:prstGeom prst="rect">
              <a:avLst/>
            </a:prstGeom>
          </p:spPr>
        </p:pic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8FB24DA2-FA18-2CA4-BD77-00E970A5DE54}"/>
              </a:ext>
            </a:extLst>
          </p:cNvPr>
          <p:cNvGrpSpPr/>
          <p:nvPr/>
        </p:nvGrpSpPr>
        <p:grpSpPr>
          <a:xfrm>
            <a:off x="5830232" y="6134559"/>
            <a:ext cx="2343335" cy="478331"/>
            <a:chOff x="5830232" y="6134559"/>
            <a:chExt cx="2343335" cy="478331"/>
          </a:xfrm>
        </p:grpSpPr>
        <p:grpSp>
          <p:nvGrpSpPr>
            <p:cNvPr id="1281" name="Grupo 1280">
              <a:extLst>
                <a:ext uri="{FF2B5EF4-FFF2-40B4-BE49-F238E27FC236}">
                  <a16:creationId xmlns:a16="http://schemas.microsoft.com/office/drawing/2014/main" id="{3FB87F6C-FD08-8E9E-C444-5D4CFCD55A75}"/>
                </a:ext>
              </a:extLst>
            </p:cNvPr>
            <p:cNvGrpSpPr/>
            <p:nvPr/>
          </p:nvGrpSpPr>
          <p:grpSpPr>
            <a:xfrm>
              <a:off x="5830232" y="6134559"/>
              <a:ext cx="2343335" cy="478331"/>
              <a:chOff x="6153150" y="5939599"/>
              <a:chExt cx="2908299" cy="593653"/>
            </a:xfrm>
          </p:grpSpPr>
          <p:sp>
            <p:nvSpPr>
              <p:cNvPr id="1280" name="Shape 62">
                <a:extLst>
                  <a:ext uri="{FF2B5EF4-FFF2-40B4-BE49-F238E27FC236}">
                    <a16:creationId xmlns:a16="http://schemas.microsoft.com/office/drawing/2014/main" id="{11E37F5D-E339-607D-019C-66B567414E19}"/>
                  </a:ext>
                </a:extLst>
              </p:cNvPr>
              <p:cNvSpPr/>
              <p:nvPr/>
            </p:nvSpPr>
            <p:spPr>
              <a:xfrm>
                <a:off x="6153150" y="5939599"/>
                <a:ext cx="2908299" cy="593653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31750">
                <a:solidFill>
                  <a:srgbClr val="D00000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s-ES" dirty="0"/>
              </a:p>
            </p:txBody>
          </p:sp>
          <p:pic>
            <p:nvPicPr>
              <p:cNvPr id="1255" name="Imagen 1254">
                <a:extLst>
                  <a:ext uri="{FF2B5EF4-FFF2-40B4-BE49-F238E27FC236}">
                    <a16:creationId xmlns:a16="http://schemas.microsoft.com/office/drawing/2014/main" id="{BFC9576F-EF49-4F30-9C53-4928D14D84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13965" y="5991351"/>
                <a:ext cx="727535" cy="490147"/>
              </a:xfrm>
              <a:prstGeom prst="rect">
                <a:avLst/>
              </a:prstGeom>
            </p:spPr>
          </p:pic>
        </p:grpSp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CFDB16F6-2505-6CE2-11BE-3EC4573B1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7012060" y="6263770"/>
              <a:ext cx="1135748" cy="280366"/>
            </a:xfrm>
            <a:prstGeom prst="rect">
              <a:avLst/>
            </a:prstGeom>
          </p:spPr>
        </p:pic>
      </p:grpSp>
      <p:sp>
        <p:nvSpPr>
          <p:cNvPr id="6" name="Text 35">
            <a:extLst>
              <a:ext uri="{FF2B5EF4-FFF2-40B4-BE49-F238E27FC236}">
                <a16:creationId xmlns:a16="http://schemas.microsoft.com/office/drawing/2014/main" id="{CD6C0FAE-ED43-D3C2-B811-2FCA753667FC}"/>
              </a:ext>
            </a:extLst>
          </p:cNvPr>
          <p:cNvSpPr/>
          <p:nvPr/>
        </p:nvSpPr>
        <p:spPr>
          <a:xfrm>
            <a:off x="4201633" y="1299782"/>
            <a:ext cx="458916" cy="241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8000</a:t>
            </a:r>
            <a:endParaRPr lang="en-US" sz="9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34747F5-F890-8ACA-5342-8A1BB418536A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546877" y="4882635"/>
            <a:ext cx="1241434" cy="310359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433F1EB2-2400-C4DD-DA16-4335DD2AD2D5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114" y="5149625"/>
            <a:ext cx="1119232" cy="431853"/>
          </a:xfrm>
          <a:prstGeom prst="rect">
            <a:avLst/>
          </a:prstGeom>
        </p:spPr>
      </p:pic>
      <p:sp>
        <p:nvSpPr>
          <p:cNvPr id="8" name="Text 34">
            <a:extLst>
              <a:ext uri="{FF2B5EF4-FFF2-40B4-BE49-F238E27FC236}">
                <a16:creationId xmlns:a16="http://schemas.microsoft.com/office/drawing/2014/main" id="{B15F765C-BCFE-F8CA-34E2-474EE679A89E}"/>
              </a:ext>
            </a:extLst>
          </p:cNvPr>
          <p:cNvSpPr/>
          <p:nvPr/>
        </p:nvSpPr>
        <p:spPr>
          <a:xfrm>
            <a:off x="6361867" y="6288790"/>
            <a:ext cx="675132" cy="169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97EF5C3-2BBC-53DE-A01C-ADB50AAD2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Shape 25">
            <a:extLst>
              <a:ext uri="{FF2B5EF4-FFF2-40B4-BE49-F238E27FC236}">
                <a16:creationId xmlns:a16="http://schemas.microsoft.com/office/drawing/2014/main" id="{31DB80E7-5F77-762C-9618-5FF852F9A6A5}"/>
              </a:ext>
            </a:extLst>
          </p:cNvPr>
          <p:cNvSpPr/>
          <p:nvPr/>
        </p:nvSpPr>
        <p:spPr>
          <a:xfrm>
            <a:off x="9876493" y="4103645"/>
            <a:ext cx="2210348" cy="2244395"/>
          </a:xfrm>
          <a:prstGeom prst="roundRect">
            <a:avLst>
              <a:gd name="adj" fmla="val 2105"/>
            </a:avLst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1078" name="Shape 43">
            <a:extLst>
              <a:ext uri="{FF2B5EF4-FFF2-40B4-BE49-F238E27FC236}">
                <a16:creationId xmlns:a16="http://schemas.microsoft.com/office/drawing/2014/main" id="{EEECE3C0-F08D-6AAE-C7D3-7188CE8C767E}"/>
              </a:ext>
            </a:extLst>
          </p:cNvPr>
          <p:cNvSpPr/>
          <p:nvPr/>
        </p:nvSpPr>
        <p:spPr>
          <a:xfrm>
            <a:off x="9876492" y="4103645"/>
            <a:ext cx="2210348" cy="601033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94" name="Shape 25">
            <a:extLst>
              <a:ext uri="{FF2B5EF4-FFF2-40B4-BE49-F238E27FC236}">
                <a16:creationId xmlns:a16="http://schemas.microsoft.com/office/drawing/2014/main" id="{BA9B0659-66EC-D702-42E6-F7FD6FCCA27B}"/>
              </a:ext>
            </a:extLst>
          </p:cNvPr>
          <p:cNvSpPr/>
          <p:nvPr/>
        </p:nvSpPr>
        <p:spPr>
          <a:xfrm>
            <a:off x="3831191" y="2309433"/>
            <a:ext cx="5614073" cy="777219"/>
          </a:xfrm>
          <a:prstGeom prst="roundRect">
            <a:avLst>
              <a:gd name="adj" fmla="val 2105"/>
            </a:avLst>
          </a:prstGeom>
          <a:solidFill>
            <a:srgbClr val="F0F8FE"/>
          </a:solidFill>
          <a:ln w="25400">
            <a:solidFill>
              <a:srgbClr val="1565C0"/>
            </a:solidFill>
            <a:prstDash val="lgDash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50" name="Shape 25">
            <a:extLst>
              <a:ext uri="{FF2B5EF4-FFF2-40B4-BE49-F238E27FC236}">
                <a16:creationId xmlns:a16="http://schemas.microsoft.com/office/drawing/2014/main" id="{5ADFF11D-910F-9721-6EA4-3F10CB23340D}"/>
              </a:ext>
            </a:extLst>
          </p:cNvPr>
          <p:cNvSpPr/>
          <p:nvPr/>
        </p:nvSpPr>
        <p:spPr>
          <a:xfrm>
            <a:off x="454465" y="3569096"/>
            <a:ext cx="4771012" cy="2911674"/>
          </a:xfrm>
          <a:prstGeom prst="roundRect">
            <a:avLst>
              <a:gd name="adj" fmla="val 2105"/>
            </a:avLst>
          </a:prstGeom>
          <a:solidFill>
            <a:srgbClr val="EEF4FA"/>
          </a:solidFill>
          <a:ln w="25400">
            <a:solidFill>
              <a:srgbClr val="417FB1"/>
            </a:solidFill>
            <a:prstDash val="lgDash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11557DC-9F14-509D-486E-F4D7BC1C67D1}"/>
              </a:ext>
            </a:extLst>
          </p:cNvPr>
          <p:cNvSpPr/>
          <p:nvPr/>
        </p:nvSpPr>
        <p:spPr>
          <a:xfrm>
            <a:off x="228600" y="-3048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</a:t>
            </a:r>
            <a:r>
              <a:rPr lang="en-US" sz="1900" b="1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</a:t>
            </a: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900" b="1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Elección</a:t>
            </a: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Modal</a:t>
            </a:r>
            <a:endParaRPr lang="en-US" sz="19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79660C3-5C67-082E-99F3-093335585812}"/>
              </a:ext>
            </a:extLst>
          </p:cNvPr>
          <p:cNvSpPr/>
          <p:nvPr/>
        </p:nvSpPr>
        <p:spPr>
          <a:xfrm>
            <a:off x="228600" y="276860"/>
            <a:ext cx="1170432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348B8D55-2095-600E-043B-4F3F3D5E1FE1}"/>
              </a:ext>
            </a:extLst>
          </p:cNvPr>
          <p:cNvGrpSpPr/>
          <p:nvPr/>
        </p:nvGrpSpPr>
        <p:grpSpPr>
          <a:xfrm>
            <a:off x="8045019" y="2460210"/>
            <a:ext cx="1277377" cy="381987"/>
            <a:chOff x="5922264" y="3091071"/>
            <a:chExt cx="1277821" cy="381987"/>
          </a:xfrm>
        </p:grpSpPr>
        <p:sp>
          <p:nvSpPr>
            <p:cNvPr id="20" name="Shape 62">
              <a:extLst>
                <a:ext uri="{FF2B5EF4-FFF2-40B4-BE49-F238E27FC236}">
                  <a16:creationId xmlns:a16="http://schemas.microsoft.com/office/drawing/2014/main" id="{BAA6CB31-A483-3368-C453-C75CE3B9B219}"/>
                </a:ext>
              </a:extLst>
            </p:cNvPr>
            <p:cNvSpPr/>
            <p:nvPr/>
          </p:nvSpPr>
          <p:spPr>
            <a:xfrm>
              <a:off x="5922264" y="3091071"/>
              <a:ext cx="1277821" cy="38193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F57C0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pic>
          <p:nvPicPr>
            <p:cNvPr id="21" name="Image 9" descr="Autobús con relleno sólido">
              <a:extLst>
                <a:ext uri="{FF2B5EF4-FFF2-40B4-BE49-F238E27FC236}">
                  <a16:creationId xmlns:a16="http://schemas.microsoft.com/office/drawing/2014/main" id="{8C2C7D68-A2C5-ED63-F0CC-A6A9F8263D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014036" y="3139533"/>
              <a:ext cx="292608" cy="292608"/>
            </a:xfrm>
            <a:prstGeom prst="rect">
              <a:avLst/>
            </a:prstGeom>
          </p:spPr>
        </p:pic>
        <p:sp>
          <p:nvSpPr>
            <p:cNvPr id="22" name="Text 54">
              <a:extLst>
                <a:ext uri="{FF2B5EF4-FFF2-40B4-BE49-F238E27FC236}">
                  <a16:creationId xmlns:a16="http://schemas.microsoft.com/office/drawing/2014/main" id="{8D70CBEC-1FF1-4709-86C6-1904F4D917DC}"/>
                </a:ext>
              </a:extLst>
            </p:cNvPr>
            <p:cNvSpPr/>
            <p:nvPr/>
          </p:nvSpPr>
          <p:spPr>
            <a:xfrm>
              <a:off x="6435423" y="3109223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otp</a:t>
              </a:r>
              <a:endParaRPr lang="en-US" sz="1100" dirty="0"/>
            </a:p>
          </p:txBody>
        </p:sp>
        <p:sp>
          <p:nvSpPr>
            <p:cNvPr id="23" name="Text 55">
              <a:extLst>
                <a:ext uri="{FF2B5EF4-FFF2-40B4-BE49-F238E27FC236}">
                  <a16:creationId xmlns:a16="http://schemas.microsoft.com/office/drawing/2014/main" id="{FD8D60A0-CB19-8B6E-0AC9-149AF45326F4}"/>
                </a:ext>
              </a:extLst>
            </p:cNvPr>
            <p:cNvSpPr/>
            <p:nvPr/>
          </p:nvSpPr>
          <p:spPr>
            <a:xfrm>
              <a:off x="6377080" y="3271890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:8080</a:t>
              </a:r>
              <a:endParaRPr lang="en-US" sz="900" dirty="0"/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3BBBA460-9DEA-EA2A-AA45-DCD16A52F9AF}"/>
              </a:ext>
            </a:extLst>
          </p:cNvPr>
          <p:cNvGrpSpPr/>
          <p:nvPr/>
        </p:nvGrpSpPr>
        <p:grpSpPr>
          <a:xfrm>
            <a:off x="3948100" y="2460211"/>
            <a:ext cx="1277377" cy="390149"/>
            <a:chOff x="7031736" y="2764531"/>
            <a:chExt cx="1277377" cy="390149"/>
          </a:xfrm>
        </p:grpSpPr>
        <p:sp>
          <p:nvSpPr>
            <p:cNvPr id="29" name="Shape 53">
              <a:extLst>
                <a:ext uri="{FF2B5EF4-FFF2-40B4-BE49-F238E27FC236}">
                  <a16:creationId xmlns:a16="http://schemas.microsoft.com/office/drawing/2014/main" id="{068BFD3F-3A5B-41F5-9D49-15686E9292E0}"/>
                </a:ext>
              </a:extLst>
            </p:cNvPr>
            <p:cNvSpPr/>
            <p:nvPr/>
          </p:nvSpPr>
          <p:spPr>
            <a:xfrm>
              <a:off x="7031736" y="2764531"/>
              <a:ext cx="1277377" cy="390149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73FF6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30" name="Image 9" descr="Coche con relleno sólido">
              <a:extLst>
                <a:ext uri="{FF2B5EF4-FFF2-40B4-BE49-F238E27FC236}">
                  <a16:creationId xmlns:a16="http://schemas.microsoft.com/office/drawing/2014/main" id="{F7773DA6-B5FC-2F12-44E2-7EB2E90E4E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7123176" y="2798064"/>
              <a:ext cx="292608" cy="292608"/>
            </a:xfrm>
            <a:prstGeom prst="rect">
              <a:avLst/>
            </a:prstGeom>
          </p:spPr>
        </p:pic>
        <p:sp>
          <p:nvSpPr>
            <p:cNvPr id="31" name="Text 54">
              <a:extLst>
                <a:ext uri="{FF2B5EF4-FFF2-40B4-BE49-F238E27FC236}">
                  <a16:creationId xmlns:a16="http://schemas.microsoft.com/office/drawing/2014/main" id="{03023DEB-2B8E-253C-6B84-B57239186CC0}"/>
                </a:ext>
              </a:extLst>
            </p:cNvPr>
            <p:cNvSpPr/>
            <p:nvPr/>
          </p:nvSpPr>
          <p:spPr>
            <a:xfrm>
              <a:off x="7488936" y="27747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-car</a:t>
              </a:r>
              <a:endParaRPr lang="en-US" sz="1100" dirty="0"/>
            </a:p>
          </p:txBody>
        </p:sp>
        <p:sp>
          <p:nvSpPr>
            <p:cNvPr id="32" name="Text 55">
              <a:extLst>
                <a:ext uri="{FF2B5EF4-FFF2-40B4-BE49-F238E27FC236}">
                  <a16:creationId xmlns:a16="http://schemas.microsoft.com/office/drawing/2014/main" id="{7A5C4B2C-782B-5504-74C5-29101D7A35F5}"/>
                </a:ext>
              </a:extLst>
            </p:cNvPr>
            <p:cNvSpPr/>
            <p:nvPr/>
          </p:nvSpPr>
          <p:spPr>
            <a:xfrm>
              <a:off x="7430593" y="29373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:5000</a:t>
              </a:r>
              <a:endParaRPr lang="en-US" sz="900" dirty="0"/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581C0C54-1DD7-F46A-4699-EA4B295686F3}"/>
              </a:ext>
            </a:extLst>
          </p:cNvPr>
          <p:cNvGrpSpPr/>
          <p:nvPr/>
        </p:nvGrpSpPr>
        <p:grpSpPr>
          <a:xfrm>
            <a:off x="5311000" y="2440488"/>
            <a:ext cx="1277377" cy="409872"/>
            <a:chOff x="7027680" y="2689310"/>
            <a:chExt cx="1277377" cy="409872"/>
          </a:xfrm>
        </p:grpSpPr>
        <p:sp>
          <p:nvSpPr>
            <p:cNvPr id="35" name="Shape 53">
              <a:extLst>
                <a:ext uri="{FF2B5EF4-FFF2-40B4-BE49-F238E27FC236}">
                  <a16:creationId xmlns:a16="http://schemas.microsoft.com/office/drawing/2014/main" id="{BA1CD3FD-E201-0434-8885-C86F9BAB2F13}"/>
                </a:ext>
              </a:extLst>
            </p:cNvPr>
            <p:cNvSpPr/>
            <p:nvPr/>
          </p:nvSpPr>
          <p:spPr>
            <a:xfrm>
              <a:off x="7027680" y="2689310"/>
              <a:ext cx="1277377" cy="409872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16A34A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36" name="Image 9" descr="Triciclo con relleno sólido">
              <a:extLst>
                <a:ext uri="{FF2B5EF4-FFF2-40B4-BE49-F238E27FC236}">
                  <a16:creationId xmlns:a16="http://schemas.microsoft.com/office/drawing/2014/main" id="{C246418F-170F-57FF-ACFB-978275074B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7123176" y="2747264"/>
              <a:ext cx="292608" cy="292608"/>
            </a:xfrm>
            <a:prstGeom prst="rect">
              <a:avLst/>
            </a:prstGeom>
          </p:spPr>
        </p:pic>
        <p:sp>
          <p:nvSpPr>
            <p:cNvPr id="37" name="Text 54">
              <a:extLst>
                <a:ext uri="{FF2B5EF4-FFF2-40B4-BE49-F238E27FC236}">
                  <a16:creationId xmlns:a16="http://schemas.microsoft.com/office/drawing/2014/main" id="{4A90103E-51C2-805C-F793-A4D2A16FAAB8}"/>
                </a:ext>
              </a:extLst>
            </p:cNvPr>
            <p:cNvSpPr/>
            <p:nvPr/>
          </p:nvSpPr>
          <p:spPr>
            <a:xfrm>
              <a:off x="7488936" y="27239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-bike</a:t>
              </a:r>
              <a:endParaRPr lang="en-US" sz="1100" dirty="0"/>
            </a:p>
          </p:txBody>
        </p:sp>
        <p:sp>
          <p:nvSpPr>
            <p:cNvPr id="38" name="Text 55">
              <a:extLst>
                <a:ext uri="{FF2B5EF4-FFF2-40B4-BE49-F238E27FC236}">
                  <a16:creationId xmlns:a16="http://schemas.microsoft.com/office/drawing/2014/main" id="{7D83FCC6-8329-2167-8CBF-80D0609CB028}"/>
                </a:ext>
              </a:extLst>
            </p:cNvPr>
            <p:cNvSpPr/>
            <p:nvPr/>
          </p:nvSpPr>
          <p:spPr>
            <a:xfrm>
              <a:off x="7430593" y="28865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:5001</a:t>
              </a:r>
              <a:endParaRPr lang="en-US" sz="900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68382BF5-96D4-BE3A-678C-83F8D97E3AB6}"/>
              </a:ext>
            </a:extLst>
          </p:cNvPr>
          <p:cNvGrpSpPr/>
          <p:nvPr/>
        </p:nvGrpSpPr>
        <p:grpSpPr>
          <a:xfrm>
            <a:off x="6673900" y="2446636"/>
            <a:ext cx="1277377" cy="403354"/>
            <a:chOff x="7031736" y="2743054"/>
            <a:chExt cx="1277377" cy="403354"/>
          </a:xfrm>
        </p:grpSpPr>
        <p:sp>
          <p:nvSpPr>
            <p:cNvPr id="41" name="Shape 53">
              <a:extLst>
                <a:ext uri="{FF2B5EF4-FFF2-40B4-BE49-F238E27FC236}">
                  <a16:creationId xmlns:a16="http://schemas.microsoft.com/office/drawing/2014/main" id="{A376518B-AD77-FA22-ABA1-3022562F673E}"/>
                </a:ext>
              </a:extLst>
            </p:cNvPr>
            <p:cNvSpPr/>
            <p:nvPr/>
          </p:nvSpPr>
          <p:spPr>
            <a:xfrm>
              <a:off x="7031736" y="2743054"/>
              <a:ext cx="1277377" cy="403354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55555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42" name="Image 9" descr="Andar con relleno sólido">
              <a:extLst>
                <a:ext uri="{FF2B5EF4-FFF2-40B4-BE49-F238E27FC236}">
                  <a16:creationId xmlns:a16="http://schemas.microsoft.com/office/drawing/2014/main" id="{CD4425D5-24A3-2927-33B5-77D9B7A532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7123176" y="2798064"/>
              <a:ext cx="292608" cy="292608"/>
            </a:xfrm>
            <a:prstGeom prst="rect">
              <a:avLst/>
            </a:prstGeom>
          </p:spPr>
        </p:pic>
        <p:sp>
          <p:nvSpPr>
            <p:cNvPr id="43" name="Text 54">
              <a:extLst>
                <a:ext uri="{FF2B5EF4-FFF2-40B4-BE49-F238E27FC236}">
                  <a16:creationId xmlns:a16="http://schemas.microsoft.com/office/drawing/2014/main" id="{749CD193-B086-AC62-F756-CA9B6C56CF58}"/>
                </a:ext>
              </a:extLst>
            </p:cNvPr>
            <p:cNvSpPr/>
            <p:nvPr/>
          </p:nvSpPr>
          <p:spPr>
            <a:xfrm>
              <a:off x="7488936" y="27747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-foot</a:t>
              </a:r>
              <a:endParaRPr lang="en-US" sz="1100" dirty="0"/>
            </a:p>
          </p:txBody>
        </p:sp>
        <p:sp>
          <p:nvSpPr>
            <p:cNvPr id="44" name="Text 55">
              <a:extLst>
                <a:ext uri="{FF2B5EF4-FFF2-40B4-BE49-F238E27FC236}">
                  <a16:creationId xmlns:a16="http://schemas.microsoft.com/office/drawing/2014/main" id="{44B5D09B-7EC5-C323-675A-EBCB382C3A56}"/>
                </a:ext>
              </a:extLst>
            </p:cNvPr>
            <p:cNvSpPr/>
            <p:nvPr/>
          </p:nvSpPr>
          <p:spPr>
            <a:xfrm>
              <a:off x="7430593" y="29373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:5002</a:t>
              </a:r>
              <a:endParaRPr lang="en-US" sz="900" dirty="0"/>
            </a:p>
          </p:txBody>
        </p:sp>
      </p:grpSp>
      <p:grpSp>
        <p:nvGrpSpPr>
          <p:cNvPr id="1345" name="Grupo 1344">
            <a:extLst>
              <a:ext uri="{FF2B5EF4-FFF2-40B4-BE49-F238E27FC236}">
                <a16:creationId xmlns:a16="http://schemas.microsoft.com/office/drawing/2014/main" id="{E85CF035-90F5-28B3-EE73-03BAD22B3624}"/>
              </a:ext>
            </a:extLst>
          </p:cNvPr>
          <p:cNvGrpSpPr/>
          <p:nvPr/>
        </p:nvGrpSpPr>
        <p:grpSpPr>
          <a:xfrm>
            <a:off x="7640285" y="4157719"/>
            <a:ext cx="1583468" cy="426102"/>
            <a:chOff x="5684416" y="4598645"/>
            <a:chExt cx="2206117" cy="593653"/>
          </a:xfrm>
        </p:grpSpPr>
        <p:sp>
          <p:nvSpPr>
            <p:cNvPr id="1347" name="Shape 62">
              <a:extLst>
                <a:ext uri="{FF2B5EF4-FFF2-40B4-BE49-F238E27FC236}">
                  <a16:creationId xmlns:a16="http://schemas.microsoft.com/office/drawing/2014/main" id="{BD0EC6DF-F3EF-74C6-31E9-5DA3A878CF13}"/>
                </a:ext>
              </a:extLst>
            </p:cNvPr>
            <p:cNvSpPr/>
            <p:nvPr/>
          </p:nvSpPr>
          <p:spPr>
            <a:xfrm>
              <a:off x="5684416" y="4598645"/>
              <a:ext cx="2206117" cy="59365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189FDD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348" name="Imagen 1347">
              <a:extLst>
                <a:ext uri="{FF2B5EF4-FFF2-40B4-BE49-F238E27FC236}">
                  <a16:creationId xmlns:a16="http://schemas.microsoft.com/office/drawing/2014/main" id="{777A9A15-B49D-A212-4971-B7167D2B4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208"/>
            <a:stretch>
              <a:fillRect/>
            </a:stretch>
          </p:blipFill>
          <p:spPr>
            <a:xfrm>
              <a:off x="6006043" y="4737942"/>
              <a:ext cx="1517651" cy="319986"/>
            </a:xfrm>
            <a:prstGeom prst="rect">
              <a:avLst/>
            </a:prstGeom>
          </p:spPr>
        </p:pic>
      </p:grpSp>
      <p:grpSp>
        <p:nvGrpSpPr>
          <p:cNvPr id="1349" name="Grupo 1348">
            <a:extLst>
              <a:ext uri="{FF2B5EF4-FFF2-40B4-BE49-F238E27FC236}">
                <a16:creationId xmlns:a16="http://schemas.microsoft.com/office/drawing/2014/main" id="{3AE88109-BA9D-C892-5950-741363841736}"/>
              </a:ext>
            </a:extLst>
          </p:cNvPr>
          <p:cNvGrpSpPr/>
          <p:nvPr/>
        </p:nvGrpSpPr>
        <p:grpSpPr>
          <a:xfrm>
            <a:off x="7640285" y="4884121"/>
            <a:ext cx="1583468" cy="666314"/>
            <a:chOff x="7628617" y="5065512"/>
            <a:chExt cx="1939884" cy="816291"/>
          </a:xfrm>
        </p:grpSpPr>
        <p:sp>
          <p:nvSpPr>
            <p:cNvPr id="1350" name="Shape 62">
              <a:extLst>
                <a:ext uri="{FF2B5EF4-FFF2-40B4-BE49-F238E27FC236}">
                  <a16:creationId xmlns:a16="http://schemas.microsoft.com/office/drawing/2014/main" id="{2781C0AB-8C74-F6AE-0745-920B7A239409}"/>
                </a:ext>
              </a:extLst>
            </p:cNvPr>
            <p:cNvSpPr/>
            <p:nvPr/>
          </p:nvSpPr>
          <p:spPr>
            <a:xfrm>
              <a:off x="7628617" y="5088860"/>
              <a:ext cx="1939884" cy="79294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8DD35F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351" name="Imagen 1350">
              <a:extLst>
                <a:ext uri="{FF2B5EF4-FFF2-40B4-BE49-F238E27FC236}">
                  <a16:creationId xmlns:a16="http://schemas.microsoft.com/office/drawing/2014/main" id="{45DBA4CC-C5F2-C47C-4C1F-99CB68808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1067" y="5065512"/>
              <a:ext cx="1360310" cy="736446"/>
            </a:xfrm>
            <a:prstGeom prst="rect">
              <a:avLst/>
            </a:prstGeom>
          </p:spPr>
        </p:pic>
        <p:pic>
          <p:nvPicPr>
            <p:cNvPr id="1352" name="Imagen 1351">
              <a:extLst>
                <a:ext uri="{FF2B5EF4-FFF2-40B4-BE49-F238E27FC236}">
                  <a16:creationId xmlns:a16="http://schemas.microsoft.com/office/drawing/2014/main" id="{128F892E-B866-7191-7228-321D56AF6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500" y="5239991"/>
              <a:ext cx="464599" cy="464599"/>
            </a:xfrm>
            <a:prstGeom prst="rect">
              <a:avLst/>
            </a:prstGeom>
          </p:spPr>
        </p:pic>
      </p:grpSp>
      <p:grpSp>
        <p:nvGrpSpPr>
          <p:cNvPr id="1353" name="Grupo 1352">
            <a:extLst>
              <a:ext uri="{FF2B5EF4-FFF2-40B4-BE49-F238E27FC236}">
                <a16:creationId xmlns:a16="http://schemas.microsoft.com/office/drawing/2014/main" id="{BDB32BFE-867C-CC14-153F-10C6428FCE32}"/>
              </a:ext>
            </a:extLst>
          </p:cNvPr>
          <p:cNvGrpSpPr/>
          <p:nvPr/>
        </p:nvGrpSpPr>
        <p:grpSpPr>
          <a:xfrm>
            <a:off x="7643618" y="5668045"/>
            <a:ext cx="1583468" cy="919845"/>
            <a:chOff x="6226100" y="6134558"/>
            <a:chExt cx="1583468" cy="919845"/>
          </a:xfrm>
        </p:grpSpPr>
        <p:grpSp>
          <p:nvGrpSpPr>
            <p:cNvPr id="1354" name="Grupo 1353">
              <a:extLst>
                <a:ext uri="{FF2B5EF4-FFF2-40B4-BE49-F238E27FC236}">
                  <a16:creationId xmlns:a16="http://schemas.microsoft.com/office/drawing/2014/main" id="{5BA24CED-F126-579A-37DE-5E74C180A182}"/>
                </a:ext>
              </a:extLst>
            </p:cNvPr>
            <p:cNvGrpSpPr/>
            <p:nvPr/>
          </p:nvGrpSpPr>
          <p:grpSpPr>
            <a:xfrm>
              <a:off x="6226100" y="6134558"/>
              <a:ext cx="1583468" cy="919845"/>
              <a:chOff x="6644460" y="5939599"/>
              <a:chExt cx="1965233" cy="1141613"/>
            </a:xfrm>
          </p:grpSpPr>
          <p:sp>
            <p:nvSpPr>
              <p:cNvPr id="1356" name="Shape 62">
                <a:extLst>
                  <a:ext uri="{FF2B5EF4-FFF2-40B4-BE49-F238E27FC236}">
                    <a16:creationId xmlns:a16="http://schemas.microsoft.com/office/drawing/2014/main" id="{D215ACFF-62F0-2E84-2C58-FC4D5F35500E}"/>
                  </a:ext>
                </a:extLst>
              </p:cNvPr>
              <p:cNvSpPr/>
              <p:nvPr/>
            </p:nvSpPr>
            <p:spPr>
              <a:xfrm>
                <a:off x="6644460" y="5939599"/>
                <a:ext cx="1965233" cy="1141613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31750">
                <a:solidFill>
                  <a:srgbClr val="D00000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s-ES" dirty="0"/>
              </a:p>
            </p:txBody>
          </p:sp>
          <p:pic>
            <p:nvPicPr>
              <p:cNvPr id="1357" name="Imagen 1356">
                <a:extLst>
                  <a:ext uri="{FF2B5EF4-FFF2-40B4-BE49-F238E27FC236}">
                    <a16:creationId xmlns:a16="http://schemas.microsoft.com/office/drawing/2014/main" id="{F6BFF11D-AF94-785E-C491-27D50A77F3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45739" y="6003966"/>
                <a:ext cx="727536" cy="490147"/>
              </a:xfrm>
              <a:prstGeom prst="rect">
                <a:avLst/>
              </a:prstGeom>
            </p:spPr>
          </p:pic>
        </p:grpSp>
        <p:pic>
          <p:nvPicPr>
            <p:cNvPr id="1355" name="Imagen 1354">
              <a:extLst>
                <a:ext uri="{FF2B5EF4-FFF2-40B4-BE49-F238E27FC236}">
                  <a16:creationId xmlns:a16="http://schemas.microsoft.com/office/drawing/2014/main" id="{CCD26DD2-E44C-5670-1AE8-1BC8F0D24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307705" y="6646337"/>
              <a:ext cx="1418266" cy="350107"/>
            </a:xfrm>
            <a:prstGeom prst="rect">
              <a:avLst/>
            </a:prstGeom>
          </p:spPr>
        </p:pic>
      </p:grpSp>
      <p:grpSp>
        <p:nvGrpSpPr>
          <p:cNvPr id="87" name="Grupo 86">
            <a:extLst>
              <a:ext uri="{FF2B5EF4-FFF2-40B4-BE49-F238E27FC236}">
                <a16:creationId xmlns:a16="http://schemas.microsoft.com/office/drawing/2014/main" id="{F8ACC4A1-9819-DFE9-238A-915A7BB6E111}"/>
              </a:ext>
            </a:extLst>
          </p:cNvPr>
          <p:cNvGrpSpPr/>
          <p:nvPr/>
        </p:nvGrpSpPr>
        <p:grpSpPr>
          <a:xfrm>
            <a:off x="4015625" y="397356"/>
            <a:ext cx="5269310" cy="1142194"/>
            <a:chOff x="4227899" y="556190"/>
            <a:chExt cx="5269310" cy="1142194"/>
          </a:xfrm>
        </p:grpSpPr>
        <p:grpSp>
          <p:nvGrpSpPr>
            <p:cNvPr id="1396" name="Grupo 1395">
              <a:extLst>
                <a:ext uri="{FF2B5EF4-FFF2-40B4-BE49-F238E27FC236}">
                  <a16:creationId xmlns:a16="http://schemas.microsoft.com/office/drawing/2014/main" id="{22E542DA-675E-3760-6116-C85B2BB62283}"/>
                </a:ext>
              </a:extLst>
            </p:cNvPr>
            <p:cNvGrpSpPr/>
            <p:nvPr/>
          </p:nvGrpSpPr>
          <p:grpSpPr>
            <a:xfrm>
              <a:off x="4227899" y="556190"/>
              <a:ext cx="5269310" cy="1142194"/>
              <a:chOff x="1895278" y="3369491"/>
              <a:chExt cx="5269310" cy="1142194"/>
            </a:xfrm>
          </p:grpSpPr>
          <p:grpSp>
            <p:nvGrpSpPr>
              <p:cNvPr id="48" name="Grupo 47">
                <a:extLst>
                  <a:ext uri="{FF2B5EF4-FFF2-40B4-BE49-F238E27FC236}">
                    <a16:creationId xmlns:a16="http://schemas.microsoft.com/office/drawing/2014/main" id="{E18AE04B-9707-45C2-AA10-36D0A2774AE4}"/>
                  </a:ext>
                </a:extLst>
              </p:cNvPr>
              <p:cNvGrpSpPr/>
              <p:nvPr/>
            </p:nvGrpSpPr>
            <p:grpSpPr>
              <a:xfrm>
                <a:off x="1895278" y="3369491"/>
                <a:ext cx="5269310" cy="1142194"/>
                <a:chOff x="556405" y="966094"/>
                <a:chExt cx="5269310" cy="1142194"/>
              </a:xfrm>
            </p:grpSpPr>
            <p:grpSp>
              <p:nvGrpSpPr>
                <p:cNvPr id="5" name="Grupo 4">
                  <a:extLst>
                    <a:ext uri="{FF2B5EF4-FFF2-40B4-BE49-F238E27FC236}">
                      <a16:creationId xmlns:a16="http://schemas.microsoft.com/office/drawing/2014/main" id="{5E6507CB-C0A8-082A-AB31-34987A191551}"/>
                    </a:ext>
                  </a:extLst>
                </p:cNvPr>
                <p:cNvGrpSpPr/>
                <p:nvPr/>
              </p:nvGrpSpPr>
              <p:grpSpPr>
                <a:xfrm>
                  <a:off x="556405" y="966094"/>
                  <a:ext cx="5269310" cy="1142194"/>
                  <a:chOff x="3118105" y="985829"/>
                  <a:chExt cx="5269310" cy="1142194"/>
                </a:xfrm>
              </p:grpSpPr>
              <p:grpSp>
                <p:nvGrpSpPr>
                  <p:cNvPr id="6" name="Grupo 5">
                    <a:extLst>
                      <a:ext uri="{FF2B5EF4-FFF2-40B4-BE49-F238E27FC236}">
                        <a16:creationId xmlns:a16="http://schemas.microsoft.com/office/drawing/2014/main" id="{80DAFDDE-E321-6E1A-3169-7FF8A9E4C075}"/>
                      </a:ext>
                    </a:extLst>
                  </p:cNvPr>
                  <p:cNvGrpSpPr/>
                  <p:nvPr/>
                </p:nvGrpSpPr>
                <p:grpSpPr>
                  <a:xfrm>
                    <a:off x="3118105" y="985829"/>
                    <a:ext cx="5269310" cy="1142194"/>
                    <a:chOff x="3118105" y="985829"/>
                    <a:chExt cx="5269310" cy="1142194"/>
                  </a:xfrm>
                </p:grpSpPr>
                <p:grpSp>
                  <p:nvGrpSpPr>
                    <p:cNvPr id="11" name="Grupo 10">
                      <a:extLst>
                        <a:ext uri="{FF2B5EF4-FFF2-40B4-BE49-F238E27FC236}">
                          <a16:creationId xmlns:a16="http://schemas.microsoft.com/office/drawing/2014/main" id="{DECC2B20-3108-1520-775F-3698075A13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118105" y="985829"/>
                      <a:ext cx="5269310" cy="1142194"/>
                      <a:chOff x="2962656" y="2647500"/>
                      <a:chExt cx="5637943" cy="824452"/>
                    </a:xfrm>
                  </p:grpSpPr>
                  <p:sp>
                    <p:nvSpPr>
                      <p:cNvPr id="16" name="Shape 38">
                        <a:extLst>
                          <a:ext uri="{FF2B5EF4-FFF2-40B4-BE49-F238E27FC236}">
                            <a16:creationId xmlns:a16="http://schemas.microsoft.com/office/drawing/2014/main" id="{DE916CCB-CC57-A197-A86C-636373E2D0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62656" y="2647500"/>
                        <a:ext cx="5637943" cy="824452"/>
                      </a:xfrm>
                      <a:prstGeom prst="roundRect">
                        <a:avLst>
                          <a:gd name="adj" fmla="val 2581"/>
                        </a:avLst>
                      </a:prstGeom>
                      <a:solidFill>
                        <a:srgbClr val="FFFFFF"/>
                      </a:solidFill>
                      <a:ln w="31750">
                        <a:solidFill>
                          <a:srgbClr val="009688"/>
                        </a:solidFill>
                        <a:prstDash val="solid"/>
                      </a:ln>
                      <a:effectLst>
                        <a:outerShdw blurRad="76200" dist="25400" dir="8100000" algn="bl" rotWithShape="0">
                          <a:srgbClr val="000000">
                            <a:alpha val="10000"/>
                          </a:srgbClr>
                        </a:outerShdw>
                      </a:effectLst>
                    </p:spPr>
                    <p:txBody>
                      <a:bodyPr/>
                      <a:lstStyle/>
                      <a:p>
                        <a:endParaRPr lang="es-ES" dirty="0"/>
                      </a:p>
                    </p:txBody>
                  </p:sp>
                  <p:sp>
                    <p:nvSpPr>
                      <p:cNvPr id="17" name="Shape 43">
                        <a:extLst>
                          <a:ext uri="{FF2B5EF4-FFF2-40B4-BE49-F238E27FC236}">
                            <a16:creationId xmlns:a16="http://schemas.microsoft.com/office/drawing/2014/main" id="{6493140F-FDF3-5226-FC67-7B5442190A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62656" y="2648562"/>
                        <a:ext cx="5637943" cy="281010"/>
                      </a:xfrm>
                      <a:prstGeom prst="roundRect">
                        <a:avLst>
                          <a:gd name="adj" fmla="val 10000"/>
                        </a:avLst>
                      </a:prstGeom>
                      <a:solidFill>
                        <a:srgbClr val="E8F5E9"/>
                      </a:solidFill>
                      <a:ln w="19050">
                        <a:solidFill>
                          <a:srgbClr val="009688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s-ES"/>
                      </a:p>
                    </p:txBody>
                  </p:sp>
                </p:grpSp>
                <p:sp>
                  <p:nvSpPr>
                    <p:cNvPr id="12" name="Text 34">
                      <a:extLst>
                        <a:ext uri="{FF2B5EF4-FFF2-40B4-BE49-F238E27FC236}">
                          <a16:creationId xmlns:a16="http://schemas.microsoft.com/office/drawing/2014/main" id="{F819E6FC-3A5A-6319-1E8E-E97866D5C2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39972" y="1089391"/>
                      <a:ext cx="675132" cy="169869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400" dirty="0"/>
                    </a:p>
                  </p:txBody>
                </p:sp>
                <p:pic>
                  <p:nvPicPr>
                    <p:cNvPr id="14" name="Imagen 13">
                      <a:extLst>
                        <a:ext uri="{FF2B5EF4-FFF2-40B4-BE49-F238E27FC236}">
                          <a16:creationId xmlns:a16="http://schemas.microsoft.com/office/drawing/2014/main" id="{635BBA2F-6A65-BFD5-DAFD-B402989A408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530822" y="1070491"/>
                      <a:ext cx="950579" cy="24167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5" name="Imagen 14">
                      <a:extLst>
                        <a:ext uri="{FF2B5EF4-FFF2-40B4-BE49-F238E27FC236}">
                          <a16:creationId xmlns:a16="http://schemas.microsoft.com/office/drawing/2014/main" id="{A3E5EB86-983A-26C4-3B44-57A858E0F84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230169" y="1065124"/>
                      <a:ext cx="247829" cy="249492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10" name="Shape 43">
                    <a:extLst>
                      <a:ext uri="{FF2B5EF4-FFF2-40B4-BE49-F238E27FC236}">
                        <a16:creationId xmlns:a16="http://schemas.microsoft.com/office/drawing/2014/main" id="{B409ACFF-83A3-0C04-E09B-3BD1AAE94115}"/>
                      </a:ext>
                    </a:extLst>
                  </p:cNvPr>
                  <p:cNvSpPr/>
                  <p:nvPr/>
                </p:nvSpPr>
                <p:spPr>
                  <a:xfrm>
                    <a:off x="3351270" y="1487059"/>
                    <a:ext cx="2311640" cy="537899"/>
                  </a:xfrm>
                  <a:prstGeom prst="roundRect">
                    <a:avLst>
                      <a:gd name="adj" fmla="val 10000"/>
                    </a:avLst>
                  </a:prstGeom>
                  <a:solidFill>
                    <a:srgbClr val="E8F5E9"/>
                  </a:solidFill>
                  <a:ln w="12700">
                    <a:solidFill>
                      <a:srgbClr val="009688"/>
                    </a:solidFill>
                    <a:prstDash val="solid"/>
                  </a:ln>
                </p:spPr>
                <p:txBody>
                  <a:bodyPr/>
                  <a:lstStyle/>
                  <a:p>
                    <a:pPr algn="ctr"/>
                    <a:r>
                      <a:rPr lang="en-US" sz="1600" b="1" dirty="0">
                        <a:solidFill>
                          <a:srgbClr val="004D40"/>
                        </a:solidFill>
                        <a:latin typeface="Consolas" panose="020B0609020204030204" pitchFamily="49" charset="0"/>
                        <a:ea typeface="Courier New" pitchFamily="34" charset="-122"/>
                        <a:cs typeface="Courier New" pitchFamily="34" charset="-120"/>
                      </a:rPr>
                      <a:t>/</a:t>
                    </a:r>
                    <a:r>
                      <a:rPr lang="en-US" sz="1600" b="1" dirty="0" err="1">
                        <a:solidFill>
                          <a:srgbClr val="004D40"/>
                        </a:solidFill>
                        <a:latin typeface="Consolas" panose="020B0609020204030204" pitchFamily="49" charset="0"/>
                        <a:ea typeface="Courier New" pitchFamily="34" charset="-122"/>
                        <a:cs typeface="Courier New" pitchFamily="34" charset="-120"/>
                      </a:rPr>
                      <a:t>api</a:t>
                    </a:r>
                    <a:r>
                      <a:rPr lang="en-US" sz="1600" b="1" dirty="0">
                        <a:solidFill>
                          <a:srgbClr val="004D40"/>
                        </a:solidFill>
                        <a:latin typeface="Consolas" panose="020B0609020204030204" pitchFamily="49" charset="0"/>
                        <a:ea typeface="Courier New" pitchFamily="34" charset="-122"/>
                        <a:cs typeface="Courier New" pitchFamily="34" charset="-120"/>
                      </a:rPr>
                      <a:t>/</a:t>
                    </a:r>
                    <a:r>
                      <a:rPr lang="en-US" sz="1600" b="1" dirty="0" err="1">
                        <a:solidFill>
                          <a:srgbClr val="004D40"/>
                        </a:solidFill>
                        <a:latin typeface="Consolas" panose="020B0609020204030204" pitchFamily="49" charset="0"/>
                        <a:ea typeface="Courier New" pitchFamily="34" charset="-122"/>
                        <a:cs typeface="Courier New" pitchFamily="34" charset="-120"/>
                      </a:rPr>
                      <a:t>lpmc</a:t>
                    </a:r>
                    <a:r>
                      <a:rPr lang="en-US" sz="1600" b="1" dirty="0">
                        <a:solidFill>
                          <a:srgbClr val="004D40"/>
                        </a:solidFill>
                        <a:latin typeface="Consolas" panose="020B0609020204030204" pitchFamily="49" charset="0"/>
                        <a:ea typeface="Courier New" pitchFamily="34" charset="-122"/>
                        <a:cs typeface="Courier New" pitchFamily="34" charset="-120"/>
                      </a:rPr>
                      <a:t>/predict</a:t>
                    </a:r>
                    <a:endParaRPr lang="en-US" sz="1600" b="1" dirty="0">
                      <a:latin typeface="Consolas" panose="020B0609020204030204" pitchFamily="49" charset="0"/>
                    </a:endParaRPr>
                  </a:p>
                </p:txBody>
              </p:sp>
            </p:grpSp>
            <p:sp>
              <p:nvSpPr>
                <p:cNvPr id="18" name="Shape 43">
                  <a:extLst>
                    <a:ext uri="{FF2B5EF4-FFF2-40B4-BE49-F238E27FC236}">
                      <a16:creationId xmlns:a16="http://schemas.microsoft.com/office/drawing/2014/main" id="{DEC05519-27F0-7A51-89CB-CE786953A35E}"/>
                    </a:ext>
                  </a:extLst>
                </p:cNvPr>
                <p:cNvSpPr/>
                <p:nvPr/>
              </p:nvSpPr>
              <p:spPr>
                <a:xfrm>
                  <a:off x="3301801" y="1467324"/>
                  <a:ext cx="2311640" cy="537899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E8F5E9"/>
                </a:solidFill>
                <a:ln w="12700">
                  <a:solidFill>
                    <a:srgbClr val="009688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sz="1600" b="1" dirty="0">
                      <a:solidFill>
                        <a:srgbClr val="004D40"/>
                      </a:solidFill>
                      <a:latin typeface="Consolas" panose="020B0609020204030204" pitchFamily="49" charset="0"/>
                      <a:ea typeface="Courier New" pitchFamily="34" charset="-122"/>
                      <a:cs typeface="Courier New" pitchFamily="34" charset="-120"/>
                    </a:rPr>
                    <a:t>/</a:t>
                  </a:r>
                  <a:r>
                    <a:rPr lang="en-US" sz="1600" b="1" dirty="0" err="1">
                      <a:solidFill>
                        <a:srgbClr val="004D40"/>
                      </a:solidFill>
                      <a:latin typeface="Consolas" panose="020B0609020204030204" pitchFamily="49" charset="0"/>
                      <a:ea typeface="Courier New" pitchFamily="34" charset="-122"/>
                      <a:cs typeface="Courier New" pitchFamily="34" charset="-120"/>
                    </a:rPr>
                    <a:t>api</a:t>
                  </a:r>
                  <a:r>
                    <a:rPr lang="en-US" sz="1600" b="1" dirty="0">
                      <a:solidFill>
                        <a:srgbClr val="004D40"/>
                      </a:solidFill>
                      <a:latin typeface="Consolas" panose="020B0609020204030204" pitchFamily="49" charset="0"/>
                      <a:ea typeface="Courier New" pitchFamily="34" charset="-122"/>
                      <a:cs typeface="Courier New" pitchFamily="34" charset="-120"/>
                    </a:rPr>
                    <a:t>/</a:t>
                  </a:r>
                  <a:r>
                    <a:rPr lang="en-US" sz="1600" b="1" dirty="0" err="1">
                      <a:solidFill>
                        <a:srgbClr val="004D40"/>
                      </a:solidFill>
                      <a:latin typeface="Consolas" panose="020B0609020204030204" pitchFamily="49" charset="0"/>
                      <a:ea typeface="Courier New" pitchFamily="34" charset="-122"/>
                      <a:cs typeface="Courier New" pitchFamily="34" charset="-120"/>
                    </a:rPr>
                    <a:t>lpmc</a:t>
                  </a:r>
                  <a:r>
                    <a:rPr lang="en-US" sz="1600" b="1" dirty="0">
                      <a:solidFill>
                        <a:srgbClr val="004D40"/>
                      </a:solidFill>
                      <a:latin typeface="Consolas" panose="020B0609020204030204" pitchFamily="49" charset="0"/>
                      <a:ea typeface="Courier New" pitchFamily="34" charset="-122"/>
                      <a:cs typeface="Courier New" pitchFamily="34" charset="-120"/>
                    </a:rPr>
                    <a:t>/compare</a:t>
                  </a:r>
                  <a:endParaRPr lang="en-US" sz="1600" b="1" dirty="0">
                    <a:latin typeface="Consolas" panose="020B0609020204030204" pitchFamily="49" charset="0"/>
                  </a:endParaRPr>
                </a:p>
              </p:txBody>
            </p:sp>
          </p:grpSp>
          <p:sp>
            <p:nvSpPr>
              <p:cNvPr id="1391" name="Text 54">
                <a:extLst>
                  <a:ext uri="{FF2B5EF4-FFF2-40B4-BE49-F238E27FC236}">
                    <a16:creationId xmlns:a16="http://schemas.microsoft.com/office/drawing/2014/main" id="{A18B8359-80A2-A45A-92FC-EE7763C1973F}"/>
                  </a:ext>
                </a:extLst>
              </p:cNvPr>
              <p:cNvSpPr/>
              <p:nvPr/>
            </p:nvSpPr>
            <p:spPr>
              <a:xfrm>
                <a:off x="4640674" y="4179793"/>
                <a:ext cx="2311640" cy="19611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Compara</a:t>
                </a:r>
                <a:r>
                  <a:rPr lang="en-US" sz="11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los </a:t>
                </a:r>
                <a:r>
                  <a:rPr lang="en-US" sz="110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tres</a:t>
                </a:r>
                <a:r>
                  <a:rPr lang="en-US" sz="11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10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modelos</a:t>
                </a:r>
                <a:endParaRPr lang="en-US" sz="1100" dirty="0"/>
              </a:p>
            </p:txBody>
          </p:sp>
        </p:grpSp>
        <p:sp>
          <p:nvSpPr>
            <p:cNvPr id="1390" name="Text 54">
              <a:extLst>
                <a:ext uri="{FF2B5EF4-FFF2-40B4-BE49-F238E27FC236}">
                  <a16:creationId xmlns:a16="http://schemas.microsoft.com/office/drawing/2014/main" id="{B607B446-2D44-EC78-C455-A7DBF097ECF3}"/>
                </a:ext>
              </a:extLst>
            </p:cNvPr>
            <p:cNvSpPr/>
            <p:nvPr/>
          </p:nvSpPr>
          <p:spPr>
            <a:xfrm>
              <a:off x="4461063" y="1353120"/>
              <a:ext cx="2311639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Para un </a:t>
              </a: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modelo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concreto</a:t>
              </a:r>
              <a:endParaRPr lang="en-US" sz="1100" dirty="0"/>
            </a:p>
          </p:txBody>
        </p:sp>
      </p:grpSp>
      <p:pic>
        <p:nvPicPr>
          <p:cNvPr id="1395" name="Gráfico 1394">
            <a:extLst>
              <a:ext uri="{FF2B5EF4-FFF2-40B4-BE49-F238E27FC236}">
                <a16:creationId xmlns:a16="http://schemas.microsoft.com/office/drawing/2014/main" id="{84662395-B876-A859-4827-CA9748C47B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963193" y="1019979"/>
            <a:ext cx="433795" cy="160712"/>
          </a:xfrm>
          <a:prstGeom prst="rect">
            <a:avLst/>
          </a:prstGeom>
        </p:spPr>
      </p:pic>
      <p:pic>
        <p:nvPicPr>
          <p:cNvPr id="1398" name="Imagen 1397">
            <a:extLst>
              <a:ext uri="{FF2B5EF4-FFF2-40B4-BE49-F238E27FC236}">
                <a16:creationId xmlns:a16="http://schemas.microsoft.com/office/drawing/2014/main" id="{CC25869E-C3F8-9898-58B4-02C6CFF1AA9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433" y="2382219"/>
            <a:ext cx="611337" cy="611337"/>
          </a:xfrm>
          <a:prstGeom prst="rect">
            <a:avLst/>
          </a:prstGeom>
        </p:spPr>
      </p:pic>
      <p:sp>
        <p:nvSpPr>
          <p:cNvPr id="67" name="CuadroTexto 66">
            <a:extLst>
              <a:ext uri="{FF2B5EF4-FFF2-40B4-BE49-F238E27FC236}">
                <a16:creationId xmlns:a16="http://schemas.microsoft.com/office/drawing/2014/main" id="{8BDFD203-8FD3-734B-78E7-C44C151D7E37}"/>
              </a:ext>
            </a:extLst>
          </p:cNvPr>
          <p:cNvSpPr txBox="1"/>
          <p:nvPr/>
        </p:nvSpPr>
        <p:spPr>
          <a:xfrm>
            <a:off x="4938825" y="1601346"/>
            <a:ext cx="1730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asyncio.gather</a:t>
            </a:r>
            <a:endParaRPr lang="en-US" sz="1400" b="1" dirty="0">
              <a:latin typeface="Consolas" panose="020B0609020204030204" pitchFamily="49" charset="0"/>
            </a:endParaRPr>
          </a:p>
        </p:txBody>
      </p:sp>
      <p:pic>
        <p:nvPicPr>
          <p:cNvPr id="1400" name="Gráfico 1399">
            <a:extLst>
              <a:ext uri="{FF2B5EF4-FFF2-40B4-BE49-F238E27FC236}">
                <a16:creationId xmlns:a16="http://schemas.microsoft.com/office/drawing/2014/main" id="{C19F871F-1A41-FDAE-AF43-5659D78969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67762" y="1691829"/>
            <a:ext cx="271063" cy="329671"/>
          </a:xfrm>
          <a:prstGeom prst="rect">
            <a:avLst/>
          </a:prstGeom>
        </p:spPr>
      </p:pic>
      <p:sp>
        <p:nvSpPr>
          <p:cNvPr id="68" name="Text 35">
            <a:extLst>
              <a:ext uri="{FF2B5EF4-FFF2-40B4-BE49-F238E27FC236}">
                <a16:creationId xmlns:a16="http://schemas.microsoft.com/office/drawing/2014/main" id="{AD2C50DD-8196-E9C9-1CB3-AD3353DD6E66}"/>
              </a:ext>
            </a:extLst>
          </p:cNvPr>
          <p:cNvSpPr/>
          <p:nvPr/>
        </p:nvSpPr>
        <p:spPr>
          <a:xfrm>
            <a:off x="6760758" y="472783"/>
            <a:ext cx="458916" cy="241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8000</a:t>
            </a:r>
            <a:endParaRPr lang="en-US" sz="900" dirty="0"/>
          </a:p>
        </p:txBody>
      </p:sp>
      <p:grpSp>
        <p:nvGrpSpPr>
          <p:cNvPr id="85" name="Grupo 84">
            <a:extLst>
              <a:ext uri="{FF2B5EF4-FFF2-40B4-BE49-F238E27FC236}">
                <a16:creationId xmlns:a16="http://schemas.microsoft.com/office/drawing/2014/main" id="{2A18ACDF-D2F9-3637-D638-972CF6235CAA}"/>
              </a:ext>
            </a:extLst>
          </p:cNvPr>
          <p:cNvGrpSpPr/>
          <p:nvPr/>
        </p:nvGrpSpPr>
        <p:grpSpPr>
          <a:xfrm>
            <a:off x="221745" y="416699"/>
            <a:ext cx="1976566" cy="2443049"/>
            <a:chOff x="287369" y="601485"/>
            <a:chExt cx="1976566" cy="2443049"/>
          </a:xfrm>
        </p:grpSpPr>
        <p:sp>
          <p:nvSpPr>
            <p:cNvPr id="47" name="Shape 25">
              <a:extLst>
                <a:ext uri="{FF2B5EF4-FFF2-40B4-BE49-F238E27FC236}">
                  <a16:creationId xmlns:a16="http://schemas.microsoft.com/office/drawing/2014/main" id="{5EA2C890-D091-505E-DC1B-AE45EF1C349F}"/>
                </a:ext>
              </a:extLst>
            </p:cNvPr>
            <p:cNvSpPr/>
            <p:nvPr/>
          </p:nvSpPr>
          <p:spPr>
            <a:xfrm>
              <a:off x="287369" y="601485"/>
              <a:ext cx="1976566" cy="2443049"/>
            </a:xfrm>
            <a:prstGeom prst="roundRect">
              <a:avLst>
                <a:gd name="adj" fmla="val 2105"/>
              </a:avLst>
            </a:prstGeom>
            <a:solidFill>
              <a:schemeClr val="bg2"/>
            </a:solidFill>
            <a:ln w="25400">
              <a:solidFill>
                <a:srgbClr val="777777"/>
              </a:solidFill>
              <a:prstDash val="lgDash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52" name="Gráfico 51">
              <a:extLst>
                <a:ext uri="{FF2B5EF4-FFF2-40B4-BE49-F238E27FC236}">
                  <a16:creationId xmlns:a16="http://schemas.microsoft.com/office/drawing/2014/main" id="{5B5EBB3F-0ED7-6682-6909-D7204BA496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17841" y="782771"/>
              <a:ext cx="348984" cy="348984"/>
            </a:xfrm>
            <a:prstGeom prst="rect">
              <a:avLst/>
            </a:prstGeom>
          </p:spPr>
        </p:pic>
        <p:sp>
          <p:nvSpPr>
            <p:cNvPr id="1374" name="Text 34">
              <a:extLst>
                <a:ext uri="{FF2B5EF4-FFF2-40B4-BE49-F238E27FC236}">
                  <a16:creationId xmlns:a16="http://schemas.microsoft.com/office/drawing/2014/main" id="{AD940664-FE97-8B7C-60C8-ED0628ABDD0F}"/>
                </a:ext>
              </a:extLst>
            </p:cNvPr>
            <p:cNvSpPr/>
            <p:nvPr/>
          </p:nvSpPr>
          <p:spPr>
            <a:xfrm>
              <a:off x="778873" y="825583"/>
              <a:ext cx="592177" cy="2633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Origen</a:t>
              </a:r>
              <a:endParaRPr lang="en-US" sz="1400" dirty="0"/>
            </a:p>
          </p:txBody>
        </p:sp>
        <p:pic>
          <p:nvPicPr>
            <p:cNvPr id="1386" name="Gráfico 1385">
              <a:extLst>
                <a:ext uri="{FF2B5EF4-FFF2-40B4-BE49-F238E27FC236}">
                  <a16:creationId xmlns:a16="http://schemas.microsoft.com/office/drawing/2014/main" id="{023A9DF6-9CA3-2132-14D1-CC91B283EC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17841" y="1330144"/>
              <a:ext cx="348984" cy="348984"/>
            </a:xfrm>
            <a:prstGeom prst="rect">
              <a:avLst/>
            </a:prstGeom>
          </p:spPr>
        </p:pic>
        <p:sp>
          <p:nvSpPr>
            <p:cNvPr id="1387" name="Text 34">
              <a:extLst>
                <a:ext uri="{FF2B5EF4-FFF2-40B4-BE49-F238E27FC236}">
                  <a16:creationId xmlns:a16="http://schemas.microsoft.com/office/drawing/2014/main" id="{45281CD1-112B-790E-D792-5FE56BB93214}"/>
                </a:ext>
              </a:extLst>
            </p:cNvPr>
            <p:cNvSpPr/>
            <p:nvPr/>
          </p:nvSpPr>
          <p:spPr>
            <a:xfrm>
              <a:off x="757440" y="1372956"/>
              <a:ext cx="607596" cy="2633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Destino</a:t>
              </a:r>
              <a:endParaRPr lang="en-US" dirty="0"/>
            </a:p>
          </p:txBody>
        </p:sp>
        <p:sp>
          <p:nvSpPr>
            <p:cNvPr id="1388" name="CuadroTexto 1387">
              <a:extLst>
                <a:ext uri="{FF2B5EF4-FFF2-40B4-BE49-F238E27FC236}">
                  <a16:creationId xmlns:a16="http://schemas.microsoft.com/office/drawing/2014/main" id="{717027AE-9313-7D8C-E15D-3B9D0C419394}"/>
                </a:ext>
              </a:extLst>
            </p:cNvPr>
            <p:cNvSpPr txBox="1"/>
            <p:nvPr/>
          </p:nvSpPr>
          <p:spPr>
            <a:xfrm>
              <a:off x="1431994" y="1285885"/>
              <a:ext cx="61016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 err="1">
                  <a:solidFill>
                    <a:srgbClr val="777777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lat</a:t>
              </a:r>
              <a:br>
                <a:rPr lang="en-US" sz="1200" b="1" dirty="0">
                  <a:solidFill>
                    <a:srgbClr val="777777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</a:br>
              <a:r>
                <a:rPr lang="en-US" sz="1200" b="1" dirty="0">
                  <a:solidFill>
                    <a:srgbClr val="777777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long</a:t>
              </a:r>
              <a:endParaRPr lang="en-US" sz="1200" b="1" dirty="0">
                <a:solidFill>
                  <a:srgbClr val="777777"/>
                </a:solidFill>
                <a:latin typeface="Consolas" panose="020B0609020204030204" pitchFamily="49" charset="0"/>
              </a:endParaRPr>
            </a:p>
          </p:txBody>
        </p:sp>
        <p:pic>
          <p:nvPicPr>
            <p:cNvPr id="70" name="Gráfico 69">
              <a:extLst>
                <a:ext uri="{FF2B5EF4-FFF2-40B4-BE49-F238E27FC236}">
                  <a16:creationId xmlns:a16="http://schemas.microsoft.com/office/drawing/2014/main" id="{B992DE05-3513-C365-C62E-9316425DE9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413393" y="1930798"/>
              <a:ext cx="416559" cy="431737"/>
            </a:xfrm>
            <a:prstGeom prst="rect">
              <a:avLst/>
            </a:prstGeom>
          </p:spPr>
        </p:pic>
        <p:pic>
          <p:nvPicPr>
            <p:cNvPr id="72" name="Gráfico 71">
              <a:extLst>
                <a:ext uri="{FF2B5EF4-FFF2-40B4-BE49-F238E27FC236}">
                  <a16:creationId xmlns:a16="http://schemas.microsoft.com/office/drawing/2014/main" id="{6A0E6D6F-476D-6E9B-4B84-57F78A346B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403051" y="2408802"/>
              <a:ext cx="416559" cy="431737"/>
            </a:xfrm>
            <a:prstGeom prst="rect">
              <a:avLst/>
            </a:prstGeom>
          </p:spPr>
        </p:pic>
        <p:sp>
          <p:nvSpPr>
            <p:cNvPr id="73" name="Text 34">
              <a:extLst>
                <a:ext uri="{FF2B5EF4-FFF2-40B4-BE49-F238E27FC236}">
                  <a16:creationId xmlns:a16="http://schemas.microsoft.com/office/drawing/2014/main" id="{7C800AD2-A378-A315-6C46-E0808C39B2EC}"/>
                </a:ext>
              </a:extLst>
            </p:cNvPr>
            <p:cNvSpPr/>
            <p:nvPr/>
          </p:nvSpPr>
          <p:spPr>
            <a:xfrm>
              <a:off x="747787" y="2184665"/>
              <a:ext cx="611337" cy="4359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Perfil</a:t>
              </a:r>
              <a:b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4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Usuario</a:t>
              </a:r>
              <a:endParaRPr lang="en-US" dirty="0"/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D4A0C038-963C-7FA8-F0D8-50656AE08493}"/>
                </a:ext>
              </a:extLst>
            </p:cNvPr>
            <p:cNvSpPr txBox="1"/>
            <p:nvPr/>
          </p:nvSpPr>
          <p:spPr>
            <a:xfrm>
              <a:off x="1434945" y="1896362"/>
              <a:ext cx="82899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rgbClr val="777777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age</a:t>
              </a:r>
              <a:br>
                <a:rPr lang="en-US" sz="1200" b="1" dirty="0">
                  <a:solidFill>
                    <a:srgbClr val="777777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</a:br>
              <a:r>
                <a:rPr lang="en-US" sz="1200" b="1" dirty="0">
                  <a:solidFill>
                    <a:srgbClr val="777777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gender</a:t>
              </a:r>
            </a:p>
            <a:p>
              <a:r>
                <a:rPr lang="en-US" sz="1200" b="1" dirty="0">
                  <a:solidFill>
                    <a:srgbClr val="777777"/>
                  </a:solidFill>
                  <a:latin typeface="Consolas" panose="020B0609020204030204" pitchFamily="49" charset="0"/>
                  <a:cs typeface="Courier New" pitchFamily="34" charset="-120"/>
                </a:rPr>
                <a:t>license</a:t>
              </a:r>
            </a:p>
            <a:p>
              <a:r>
                <a:rPr lang="en-US" sz="1200" b="1" dirty="0">
                  <a:solidFill>
                    <a:srgbClr val="777777"/>
                  </a:solidFill>
                  <a:latin typeface="Consolas" panose="020B0609020204030204" pitchFamily="49" charset="0"/>
                  <a:cs typeface="Courier New" pitchFamily="34" charset="-120"/>
                </a:rPr>
                <a:t>purpose</a:t>
              </a:r>
            </a:p>
            <a:p>
              <a:r>
                <a:rPr lang="en-US" sz="1200" b="1" dirty="0">
                  <a:solidFill>
                    <a:srgbClr val="777777"/>
                  </a:solidFill>
                  <a:latin typeface="Consolas" panose="020B0609020204030204" pitchFamily="49" charset="0"/>
                  <a:cs typeface="Courier New" pitchFamily="34" charset="-120"/>
                </a:rPr>
                <a:t>…</a:t>
              </a:r>
            </a:p>
          </p:txBody>
        </p:sp>
        <p:sp>
          <p:nvSpPr>
            <p:cNvPr id="77" name="Abrir llave 76">
              <a:extLst>
                <a:ext uri="{FF2B5EF4-FFF2-40B4-BE49-F238E27FC236}">
                  <a16:creationId xmlns:a16="http://schemas.microsoft.com/office/drawing/2014/main" id="{6A35D76F-291B-3038-B6CA-DB3D0CE767E5}"/>
                </a:ext>
              </a:extLst>
            </p:cNvPr>
            <p:cNvSpPr/>
            <p:nvPr/>
          </p:nvSpPr>
          <p:spPr>
            <a:xfrm>
              <a:off x="1352543" y="1946993"/>
              <a:ext cx="164800" cy="914400"/>
            </a:xfrm>
            <a:prstGeom prst="leftBrace">
              <a:avLst/>
            </a:prstGeom>
            <a:ln>
              <a:solidFill>
                <a:srgbClr val="77777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ysClr val="windowText" lastClr="000000"/>
                </a:solidFill>
              </a:endParaRPr>
            </a:p>
          </p:txBody>
        </p:sp>
        <p:sp>
          <p:nvSpPr>
            <p:cNvPr id="79" name="Abrir llave 78">
              <a:extLst>
                <a:ext uri="{FF2B5EF4-FFF2-40B4-BE49-F238E27FC236}">
                  <a16:creationId xmlns:a16="http://schemas.microsoft.com/office/drawing/2014/main" id="{1878D8A6-A921-EA80-4A91-6F1FED4BA762}"/>
                </a:ext>
              </a:extLst>
            </p:cNvPr>
            <p:cNvSpPr/>
            <p:nvPr/>
          </p:nvSpPr>
          <p:spPr>
            <a:xfrm>
              <a:off x="1362619" y="1305792"/>
              <a:ext cx="164800" cy="401961"/>
            </a:xfrm>
            <a:prstGeom prst="leftBrace">
              <a:avLst/>
            </a:prstGeom>
            <a:ln>
              <a:solidFill>
                <a:srgbClr val="77777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ysClr val="windowText" lastClr="000000"/>
                </a:solidFill>
              </a:endParaRPr>
            </a:p>
          </p:txBody>
        </p:sp>
        <p:sp>
          <p:nvSpPr>
            <p:cNvPr id="80" name="CuadroTexto 79">
              <a:extLst>
                <a:ext uri="{FF2B5EF4-FFF2-40B4-BE49-F238E27FC236}">
                  <a16:creationId xmlns:a16="http://schemas.microsoft.com/office/drawing/2014/main" id="{F1C08351-0E5A-98EC-ED75-B49FB7A82A50}"/>
                </a:ext>
              </a:extLst>
            </p:cNvPr>
            <p:cNvSpPr txBox="1"/>
            <p:nvPr/>
          </p:nvSpPr>
          <p:spPr>
            <a:xfrm>
              <a:off x="1433090" y="740975"/>
              <a:ext cx="61016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 err="1">
                  <a:solidFill>
                    <a:srgbClr val="777777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lat</a:t>
              </a:r>
              <a:br>
                <a:rPr lang="en-US" sz="1200" b="1" dirty="0">
                  <a:solidFill>
                    <a:srgbClr val="777777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</a:br>
              <a:r>
                <a:rPr lang="en-US" sz="1200" b="1" dirty="0">
                  <a:solidFill>
                    <a:srgbClr val="777777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long</a:t>
              </a:r>
              <a:endParaRPr lang="en-US" sz="1200" b="1" dirty="0">
                <a:solidFill>
                  <a:srgbClr val="777777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81" name="Abrir llave 80">
              <a:extLst>
                <a:ext uri="{FF2B5EF4-FFF2-40B4-BE49-F238E27FC236}">
                  <a16:creationId xmlns:a16="http://schemas.microsoft.com/office/drawing/2014/main" id="{F559C3A0-5952-4F67-6B83-A6360ED6969A}"/>
                </a:ext>
              </a:extLst>
            </p:cNvPr>
            <p:cNvSpPr/>
            <p:nvPr/>
          </p:nvSpPr>
          <p:spPr>
            <a:xfrm>
              <a:off x="1363715" y="760882"/>
              <a:ext cx="164800" cy="401961"/>
            </a:xfrm>
            <a:prstGeom prst="leftBrace">
              <a:avLst/>
            </a:prstGeom>
            <a:ln>
              <a:solidFill>
                <a:srgbClr val="77777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92" name="Conector: angular 91">
            <a:extLst>
              <a:ext uri="{FF2B5EF4-FFF2-40B4-BE49-F238E27FC236}">
                <a16:creationId xmlns:a16="http://schemas.microsoft.com/office/drawing/2014/main" id="{51D1560B-DC34-AD3C-6C59-6ABBE54901FD}"/>
              </a:ext>
            </a:extLst>
          </p:cNvPr>
          <p:cNvCxnSpPr>
            <a:stCxn id="47" idx="3"/>
            <a:endCxn id="16" idx="1"/>
          </p:cNvCxnSpPr>
          <p:nvPr/>
        </p:nvCxnSpPr>
        <p:spPr>
          <a:xfrm flipV="1">
            <a:off x="2198311" y="968453"/>
            <a:ext cx="1817314" cy="669771"/>
          </a:xfrm>
          <a:prstGeom prst="bentConnector3">
            <a:avLst>
              <a:gd name="adj1" fmla="val 1416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Conector: angular 95">
            <a:extLst>
              <a:ext uri="{FF2B5EF4-FFF2-40B4-BE49-F238E27FC236}">
                <a16:creationId xmlns:a16="http://schemas.microsoft.com/office/drawing/2014/main" id="{234D83F3-04C4-F798-3B8F-2D36E2D2BE18}"/>
              </a:ext>
            </a:extLst>
          </p:cNvPr>
          <p:cNvCxnSpPr>
            <a:stCxn id="16" idx="2"/>
            <a:endCxn id="29" idx="0"/>
          </p:cNvCxnSpPr>
          <p:nvPr/>
        </p:nvCxnSpPr>
        <p:spPr>
          <a:xfrm rot="5400000">
            <a:off x="5158205" y="968135"/>
            <a:ext cx="920661" cy="2063491"/>
          </a:xfrm>
          <a:prstGeom prst="bentConnector3">
            <a:avLst>
              <a:gd name="adj1" fmla="val 6286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Conector: angular 97">
            <a:extLst>
              <a:ext uri="{FF2B5EF4-FFF2-40B4-BE49-F238E27FC236}">
                <a16:creationId xmlns:a16="http://schemas.microsoft.com/office/drawing/2014/main" id="{188E789A-6CB8-CC23-4A9A-16C860A666F1}"/>
              </a:ext>
            </a:extLst>
          </p:cNvPr>
          <p:cNvCxnSpPr>
            <a:stCxn id="16" idx="2"/>
            <a:endCxn id="35" idx="0"/>
          </p:cNvCxnSpPr>
          <p:nvPr/>
        </p:nvCxnSpPr>
        <p:spPr>
          <a:xfrm rot="5400000">
            <a:off x="5849516" y="1639724"/>
            <a:ext cx="900938" cy="700591"/>
          </a:xfrm>
          <a:prstGeom prst="bentConnector3">
            <a:avLst>
              <a:gd name="adj1" fmla="val 6387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Conector: angular 99">
            <a:extLst>
              <a:ext uri="{FF2B5EF4-FFF2-40B4-BE49-F238E27FC236}">
                <a16:creationId xmlns:a16="http://schemas.microsoft.com/office/drawing/2014/main" id="{6EB43933-DC4D-003C-A4D7-2F99EC1557E0}"/>
              </a:ext>
            </a:extLst>
          </p:cNvPr>
          <p:cNvCxnSpPr>
            <a:stCxn id="16" idx="2"/>
            <a:endCxn id="41" idx="0"/>
          </p:cNvCxnSpPr>
          <p:nvPr/>
        </p:nvCxnSpPr>
        <p:spPr>
          <a:xfrm rot="16200000" flipH="1">
            <a:off x="6527891" y="1661938"/>
            <a:ext cx="907086" cy="662309"/>
          </a:xfrm>
          <a:prstGeom prst="bentConnector3">
            <a:avLst>
              <a:gd name="adj1" fmla="val 6377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Conector: angular 101">
            <a:extLst>
              <a:ext uri="{FF2B5EF4-FFF2-40B4-BE49-F238E27FC236}">
                <a16:creationId xmlns:a16="http://schemas.microsoft.com/office/drawing/2014/main" id="{3DE2B4D6-D659-EC83-0CB3-5343C849895D}"/>
              </a:ext>
            </a:extLst>
          </p:cNvPr>
          <p:cNvCxnSpPr>
            <a:cxnSpLocks/>
            <a:stCxn id="16" idx="2"/>
            <a:endCxn id="20" idx="0"/>
          </p:cNvCxnSpPr>
          <p:nvPr/>
        </p:nvCxnSpPr>
        <p:spPr>
          <a:xfrm rot="16200000" flipH="1">
            <a:off x="7206664" y="983166"/>
            <a:ext cx="920660" cy="2033428"/>
          </a:xfrm>
          <a:prstGeom prst="bentConnector3">
            <a:avLst>
              <a:gd name="adj1" fmla="val 6286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 34">
            <a:extLst>
              <a:ext uri="{FF2B5EF4-FFF2-40B4-BE49-F238E27FC236}">
                <a16:creationId xmlns:a16="http://schemas.microsoft.com/office/drawing/2014/main" id="{3BC1CE18-71AD-0493-B331-86B1A3072BBA}"/>
              </a:ext>
            </a:extLst>
          </p:cNvPr>
          <p:cNvSpPr/>
          <p:nvPr/>
        </p:nvSpPr>
        <p:spPr>
          <a:xfrm>
            <a:off x="5399888" y="1837264"/>
            <a:ext cx="1137883" cy="169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00" b="1" dirty="0" err="1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concurrencia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9" name="Gráfico 118">
            <a:extLst>
              <a:ext uri="{FF2B5EF4-FFF2-40B4-BE49-F238E27FC236}">
                <a16:creationId xmlns:a16="http://schemas.microsoft.com/office/drawing/2014/main" id="{7330BA0B-B60A-8E8F-2286-9945FB4C32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08626" y="3600727"/>
            <a:ext cx="479206" cy="479206"/>
          </a:xfrm>
          <a:prstGeom prst="rect">
            <a:avLst/>
          </a:prstGeom>
        </p:spPr>
      </p:pic>
      <p:sp>
        <p:nvSpPr>
          <p:cNvPr id="120" name="CuadroTexto 119">
            <a:extLst>
              <a:ext uri="{FF2B5EF4-FFF2-40B4-BE49-F238E27FC236}">
                <a16:creationId xmlns:a16="http://schemas.microsoft.com/office/drawing/2014/main" id="{BFA1A032-D2AB-1C4B-7BE8-A0B403C882D0}"/>
              </a:ext>
            </a:extLst>
          </p:cNvPr>
          <p:cNvSpPr txBox="1"/>
          <p:nvPr/>
        </p:nvSpPr>
        <p:spPr>
          <a:xfrm>
            <a:off x="911851" y="3698019"/>
            <a:ext cx="20249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lpmc_inference.py</a:t>
            </a:r>
            <a:endParaRPr lang="en-US" sz="1400" b="1" dirty="0">
              <a:latin typeface="Consolas" panose="020B0609020204030204" pitchFamily="49" charset="0"/>
            </a:endParaRPr>
          </a:p>
        </p:txBody>
      </p:sp>
      <p:sp>
        <p:nvSpPr>
          <p:cNvPr id="121" name="Shape 43">
            <a:extLst>
              <a:ext uri="{FF2B5EF4-FFF2-40B4-BE49-F238E27FC236}">
                <a16:creationId xmlns:a16="http://schemas.microsoft.com/office/drawing/2014/main" id="{D687980B-66DB-15FC-501B-336D292CEBB1}"/>
              </a:ext>
            </a:extLst>
          </p:cNvPr>
          <p:cNvSpPr/>
          <p:nvPr/>
        </p:nvSpPr>
        <p:spPr>
          <a:xfrm>
            <a:off x="610474" y="4102581"/>
            <a:ext cx="2178777" cy="2245259"/>
          </a:xfrm>
          <a:prstGeom prst="roundRect">
            <a:avLst>
              <a:gd name="adj" fmla="val 10000"/>
            </a:avLst>
          </a:prstGeom>
          <a:solidFill>
            <a:srgbClr val="FFFDE7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r>
              <a:rPr lang="en-US" sz="1200" b="1" dirty="0" err="1">
                <a:latin typeface="Consolas" panose="020B0609020204030204" pitchFamily="49" charset="0"/>
                <a:ea typeface="Calibri" panose="020F0502020204030204" pitchFamily="34" charset="0"/>
                <a:cs typeface="Courier New" pitchFamily="34" charset="-120"/>
              </a:rPr>
              <a:t>build_route_features</a:t>
            </a:r>
            <a:endParaRPr lang="en-US" sz="1200" b="1" dirty="0">
              <a:latin typeface="Consolas" panose="020B0609020204030204" pitchFamily="49" charset="0"/>
            </a:endParaRPr>
          </a:p>
        </p:txBody>
      </p:sp>
      <p:sp>
        <p:nvSpPr>
          <p:cNvPr id="122" name="Text 54">
            <a:extLst>
              <a:ext uri="{FF2B5EF4-FFF2-40B4-BE49-F238E27FC236}">
                <a16:creationId xmlns:a16="http://schemas.microsoft.com/office/drawing/2014/main" id="{E292392E-C6E8-7020-CB16-C00507ACEF20}"/>
              </a:ext>
            </a:extLst>
          </p:cNvPr>
          <p:cNvSpPr/>
          <p:nvPr/>
        </p:nvSpPr>
        <p:spPr>
          <a:xfrm>
            <a:off x="788663" y="4334069"/>
            <a:ext cx="1434845" cy="101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distance</a:t>
            </a:r>
          </a:p>
          <a:p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dur_driving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dur_cycling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dur_walking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r>
              <a:rPr lang="en-US" sz="10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legs OTP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BBF9ABA0-72B1-B54B-3305-13E17B4D16E6}"/>
              </a:ext>
            </a:extLst>
          </p:cNvPr>
          <p:cNvSpPr txBox="1"/>
          <p:nvPr/>
        </p:nvSpPr>
        <p:spPr>
          <a:xfrm>
            <a:off x="756078" y="5219395"/>
            <a:ext cx="197653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dur_pt_access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dur_pt_bus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dur_pt_rail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dur_pt_int_waiting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dur_pt_int_walking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pt_n_interchanges</a:t>
            </a:r>
            <a:endParaRPr lang="en-US" sz="1400" b="1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ea typeface="Calibri" pitchFamily="34" charset="-122"/>
              <a:cs typeface="Courier New" panose="02070309020205020404" pitchFamily="49" charset="0"/>
            </a:endParaRPr>
          </a:p>
        </p:txBody>
      </p:sp>
      <p:sp>
        <p:nvSpPr>
          <p:cNvPr id="1412" name="Shape 43">
            <a:extLst>
              <a:ext uri="{FF2B5EF4-FFF2-40B4-BE49-F238E27FC236}">
                <a16:creationId xmlns:a16="http://schemas.microsoft.com/office/drawing/2014/main" id="{14CFA1E2-5B5C-C2EE-4FB1-909AD4C7E6A2}"/>
              </a:ext>
            </a:extLst>
          </p:cNvPr>
          <p:cNvSpPr/>
          <p:nvPr/>
        </p:nvSpPr>
        <p:spPr>
          <a:xfrm>
            <a:off x="3011186" y="4313091"/>
            <a:ext cx="2094780" cy="1825504"/>
          </a:xfrm>
          <a:prstGeom prst="roundRect">
            <a:avLst>
              <a:gd name="adj" fmla="val 10000"/>
            </a:avLst>
          </a:prstGeom>
          <a:solidFill>
            <a:srgbClr val="FFFDE7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r>
              <a:rPr lang="en-US" sz="1200" b="1" dirty="0" err="1">
                <a:latin typeface="Consolas" panose="020B0609020204030204" pitchFamily="49" charset="0"/>
                <a:ea typeface="Calibri" panose="020F0502020204030204" pitchFamily="34" charset="0"/>
                <a:cs typeface="Courier New" pitchFamily="34" charset="-120"/>
              </a:rPr>
              <a:t>build_feature_frame</a:t>
            </a:r>
            <a:endParaRPr lang="en-US" sz="1200" b="1" dirty="0">
              <a:latin typeface="Consolas" panose="020B0609020204030204" pitchFamily="49" charset="0"/>
            </a:endParaRPr>
          </a:p>
        </p:txBody>
      </p:sp>
      <p:sp>
        <p:nvSpPr>
          <p:cNvPr id="1413" name="Text 54">
            <a:extLst>
              <a:ext uri="{FF2B5EF4-FFF2-40B4-BE49-F238E27FC236}">
                <a16:creationId xmlns:a16="http://schemas.microsoft.com/office/drawing/2014/main" id="{2B8E2D18-B263-DE55-26B6-5E2982979AC6}"/>
              </a:ext>
            </a:extLst>
          </p:cNvPr>
          <p:cNvSpPr/>
          <p:nvPr/>
        </p:nvSpPr>
        <p:spPr>
          <a:xfrm>
            <a:off x="3213090" y="4718161"/>
            <a:ext cx="1860730" cy="114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Agregación</a:t>
            </a:r>
            <a:r>
              <a:rPr lang="en-US" sz="11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variables </a:t>
            </a:r>
            <a:r>
              <a:rPr lang="en-US" sz="1100" b="1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sociodemográficas</a:t>
            </a:r>
            <a:br>
              <a:rPr lang="en-US" sz="11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1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One-Hot Encoding</a:t>
            </a:r>
            <a:br>
              <a:rPr lang="en-US" sz="11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1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Conversión</a:t>
            </a:r>
            <a:r>
              <a:rPr lang="en-US" sz="11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100" b="1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unidades</a:t>
            </a:r>
            <a:endParaRPr lang="en-US" sz="11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16" name="Conector: angular 1415">
            <a:extLst>
              <a:ext uri="{FF2B5EF4-FFF2-40B4-BE49-F238E27FC236}">
                <a16:creationId xmlns:a16="http://schemas.microsoft.com/office/drawing/2014/main" id="{583C96F4-A320-5710-AD52-9FF9E20C1AED}"/>
              </a:ext>
            </a:extLst>
          </p:cNvPr>
          <p:cNvCxnSpPr>
            <a:cxnSpLocks/>
            <a:stCxn id="94" idx="2"/>
            <a:endCxn id="121" idx="1"/>
          </p:cNvCxnSpPr>
          <p:nvPr/>
        </p:nvCxnSpPr>
        <p:spPr>
          <a:xfrm rot="5400000">
            <a:off x="2555072" y="1142054"/>
            <a:ext cx="2138559" cy="6027754"/>
          </a:xfrm>
          <a:prstGeom prst="bentConnector4">
            <a:avLst>
              <a:gd name="adj1" fmla="val 10218"/>
              <a:gd name="adj2" fmla="val 10641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8" name="Conector: angular 1417">
            <a:extLst>
              <a:ext uri="{FF2B5EF4-FFF2-40B4-BE49-F238E27FC236}">
                <a16:creationId xmlns:a16="http://schemas.microsoft.com/office/drawing/2014/main" id="{820B11E2-CA4C-6532-1DE6-714C215FC372}"/>
              </a:ext>
            </a:extLst>
          </p:cNvPr>
          <p:cNvCxnSpPr>
            <a:stCxn id="121" idx="3"/>
            <a:endCxn id="1412" idx="1"/>
          </p:cNvCxnSpPr>
          <p:nvPr/>
        </p:nvCxnSpPr>
        <p:spPr>
          <a:xfrm>
            <a:off x="2789251" y="5225211"/>
            <a:ext cx="221935" cy="63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447" name="Grupo 1446">
            <a:extLst>
              <a:ext uri="{FF2B5EF4-FFF2-40B4-BE49-F238E27FC236}">
                <a16:creationId xmlns:a16="http://schemas.microsoft.com/office/drawing/2014/main" id="{7775F629-33DB-439B-FFD3-1B822329EFE4}"/>
              </a:ext>
            </a:extLst>
          </p:cNvPr>
          <p:cNvGrpSpPr/>
          <p:nvPr/>
        </p:nvGrpSpPr>
        <p:grpSpPr>
          <a:xfrm>
            <a:off x="5504834" y="4587163"/>
            <a:ext cx="1677036" cy="1279645"/>
            <a:chOff x="5472688" y="3569096"/>
            <a:chExt cx="1677036" cy="1279645"/>
          </a:xfrm>
        </p:grpSpPr>
        <p:grpSp>
          <p:nvGrpSpPr>
            <p:cNvPr id="1439" name="Grupo 1438">
              <a:extLst>
                <a:ext uri="{FF2B5EF4-FFF2-40B4-BE49-F238E27FC236}">
                  <a16:creationId xmlns:a16="http://schemas.microsoft.com/office/drawing/2014/main" id="{84F19659-0F2F-6241-6B01-B50585E2DBB3}"/>
                </a:ext>
              </a:extLst>
            </p:cNvPr>
            <p:cNvGrpSpPr/>
            <p:nvPr/>
          </p:nvGrpSpPr>
          <p:grpSpPr>
            <a:xfrm>
              <a:off x="5477218" y="3569096"/>
              <a:ext cx="1653882" cy="1279645"/>
              <a:chOff x="9066910" y="2945375"/>
              <a:chExt cx="1653881" cy="1279645"/>
            </a:xfrm>
          </p:grpSpPr>
          <p:sp>
            <p:nvSpPr>
              <p:cNvPr id="1440" name="Shape 17">
                <a:extLst>
                  <a:ext uri="{FF2B5EF4-FFF2-40B4-BE49-F238E27FC236}">
                    <a16:creationId xmlns:a16="http://schemas.microsoft.com/office/drawing/2014/main" id="{BAD29393-066C-D084-EA10-896FFED7066C}"/>
                  </a:ext>
                </a:extLst>
              </p:cNvPr>
              <p:cNvSpPr/>
              <p:nvPr/>
            </p:nvSpPr>
            <p:spPr>
              <a:xfrm>
                <a:off x="9075902" y="2945375"/>
                <a:ext cx="1644889" cy="1279645"/>
              </a:xfrm>
              <a:prstGeom prst="roundRect">
                <a:avLst>
                  <a:gd name="adj" fmla="val 9259"/>
                </a:avLst>
              </a:prstGeom>
              <a:solidFill>
                <a:srgbClr val="FFFDE7"/>
              </a:solidFill>
              <a:ln w="19050">
                <a:solidFill>
                  <a:srgbClr val="F9A825"/>
                </a:solidFill>
                <a:prstDash val="solid"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41" name="Text 18">
                <a:extLst>
                  <a:ext uri="{FF2B5EF4-FFF2-40B4-BE49-F238E27FC236}">
                    <a16:creationId xmlns:a16="http://schemas.microsoft.com/office/drawing/2014/main" id="{0B015604-9AA9-BB9A-3A8A-9CC2B3507289}"/>
                  </a:ext>
                </a:extLst>
              </p:cNvPr>
              <p:cNvSpPr/>
              <p:nvPr/>
            </p:nvSpPr>
            <p:spPr>
              <a:xfrm>
                <a:off x="9066910" y="3904145"/>
                <a:ext cx="1644889" cy="288497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chemeClr val="bg2">
                        <a:lumMod val="50000"/>
                      </a:schemeClr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Solo columnas </a:t>
                </a:r>
                <a:r>
                  <a:rPr lang="en-US" sz="1100" b="1" dirty="0" err="1">
                    <a:solidFill>
                      <a:schemeClr val="bg2">
                        <a:lumMod val="50000"/>
                      </a:schemeClr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continuas</a:t>
                </a:r>
                <a:endParaRPr lang="en-US" sz="1100" b="1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pic>
          <p:nvPicPr>
            <p:cNvPr id="1361" name="Gráfico 1360">
              <a:extLst>
                <a:ext uri="{FF2B5EF4-FFF2-40B4-BE49-F238E27FC236}">
                  <a16:creationId xmlns:a16="http://schemas.microsoft.com/office/drawing/2014/main" id="{2A235CD9-B92A-A85C-6299-91BDE86F4D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6274096" y="3601456"/>
              <a:ext cx="766515" cy="415081"/>
            </a:xfrm>
            <a:prstGeom prst="rect">
              <a:avLst/>
            </a:prstGeom>
          </p:spPr>
        </p:pic>
        <p:sp>
          <p:nvSpPr>
            <p:cNvPr id="1445" name="CuadroTexto 1444">
              <a:extLst>
                <a:ext uri="{FF2B5EF4-FFF2-40B4-BE49-F238E27FC236}">
                  <a16:creationId xmlns:a16="http://schemas.microsoft.com/office/drawing/2014/main" id="{5F18B943-8E5F-1800-BAAA-17552C1AFAA2}"/>
                </a:ext>
              </a:extLst>
            </p:cNvPr>
            <p:cNvSpPr txBox="1"/>
            <p:nvPr/>
          </p:nvSpPr>
          <p:spPr>
            <a:xfrm>
              <a:off x="5472688" y="4049218"/>
              <a:ext cx="167703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 err="1">
                  <a:latin typeface="Consolas" panose="020B0609020204030204" pitchFamily="49" charset="0"/>
                  <a:cs typeface="Courier New" pitchFamily="34" charset="-120"/>
                </a:rPr>
                <a:t>StandardScaler</a:t>
              </a:r>
              <a:br>
                <a:rPr lang="en-US" sz="1400" b="1" dirty="0">
                  <a:latin typeface="Consolas" panose="020B0609020204030204" pitchFamily="49" charset="0"/>
                  <a:cs typeface="Courier New" pitchFamily="34" charset="-120"/>
                </a:rPr>
              </a:br>
              <a:r>
                <a:rPr lang="en-US" sz="1400" b="1" dirty="0">
                  <a:latin typeface="Consolas" panose="020B0609020204030204" pitchFamily="49" charset="0"/>
                  <a:cs typeface="Courier New" pitchFamily="34" charset="-120"/>
                </a:rPr>
                <a:t>.transform</a:t>
              </a:r>
              <a:endParaRPr lang="en-US" sz="1400" b="1" dirty="0">
                <a:latin typeface="Consolas" panose="020B0609020204030204" pitchFamily="49" charset="0"/>
              </a:endParaRPr>
            </a:p>
          </p:txBody>
        </p:sp>
      </p:grpSp>
      <p:cxnSp>
        <p:nvCxnSpPr>
          <p:cNvPr id="1449" name="Conector: angular 1448">
            <a:extLst>
              <a:ext uri="{FF2B5EF4-FFF2-40B4-BE49-F238E27FC236}">
                <a16:creationId xmlns:a16="http://schemas.microsoft.com/office/drawing/2014/main" id="{7DAAC629-0872-8430-EF41-66DC2D8C7007}"/>
              </a:ext>
            </a:extLst>
          </p:cNvPr>
          <p:cNvCxnSpPr>
            <a:cxnSpLocks/>
            <a:stCxn id="1412" idx="3"/>
            <a:endCxn id="1440" idx="1"/>
          </p:cNvCxnSpPr>
          <p:nvPr/>
        </p:nvCxnSpPr>
        <p:spPr>
          <a:xfrm>
            <a:off x="5105966" y="5225843"/>
            <a:ext cx="412390" cy="114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70" name="Gráfico 1369">
            <a:extLst>
              <a:ext uri="{FF2B5EF4-FFF2-40B4-BE49-F238E27FC236}">
                <a16:creationId xmlns:a16="http://schemas.microsoft.com/office/drawing/2014/main" id="{319F3CAD-1EFA-9FE7-CF49-2712F01136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625497" y="4674163"/>
            <a:ext cx="426461" cy="357117"/>
          </a:xfrm>
          <a:prstGeom prst="rect">
            <a:avLst/>
          </a:prstGeom>
        </p:spPr>
      </p:pic>
      <p:sp>
        <p:nvSpPr>
          <p:cNvPr id="1450" name="Text 34">
            <a:extLst>
              <a:ext uri="{FF2B5EF4-FFF2-40B4-BE49-F238E27FC236}">
                <a16:creationId xmlns:a16="http://schemas.microsoft.com/office/drawing/2014/main" id="{DA5F8794-27C1-18DE-C927-E42A1755BDA2}"/>
              </a:ext>
            </a:extLst>
          </p:cNvPr>
          <p:cNvSpPr/>
          <p:nvPr/>
        </p:nvSpPr>
        <p:spPr>
          <a:xfrm>
            <a:off x="8376622" y="5826485"/>
            <a:ext cx="675132" cy="169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</a:t>
            </a:r>
            <a:endParaRPr lang="en-US" sz="2000" dirty="0"/>
          </a:p>
        </p:txBody>
      </p:sp>
      <p:cxnSp>
        <p:nvCxnSpPr>
          <p:cNvPr id="1046" name="Conector: angular 1045">
            <a:extLst>
              <a:ext uri="{FF2B5EF4-FFF2-40B4-BE49-F238E27FC236}">
                <a16:creationId xmlns:a16="http://schemas.microsoft.com/office/drawing/2014/main" id="{6B43CF7D-A32D-0A80-7DD1-434A82414CD2}"/>
              </a:ext>
            </a:extLst>
          </p:cNvPr>
          <p:cNvCxnSpPr>
            <a:cxnSpLocks/>
            <a:stCxn id="29" idx="2"/>
            <a:endCxn id="94" idx="2"/>
          </p:cNvCxnSpPr>
          <p:nvPr/>
        </p:nvCxnSpPr>
        <p:spPr>
          <a:xfrm rot="16200000" flipH="1">
            <a:off x="5494362" y="1942786"/>
            <a:ext cx="236292" cy="2051439"/>
          </a:xfrm>
          <a:prstGeom prst="bentConnector3">
            <a:avLst>
              <a:gd name="adj1" fmla="val 4362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5" name="Conector: angular 1054">
            <a:extLst>
              <a:ext uri="{FF2B5EF4-FFF2-40B4-BE49-F238E27FC236}">
                <a16:creationId xmlns:a16="http://schemas.microsoft.com/office/drawing/2014/main" id="{B24FAFE3-69B3-815F-4CE3-D5648F25809C}"/>
              </a:ext>
            </a:extLst>
          </p:cNvPr>
          <p:cNvCxnSpPr>
            <a:cxnSpLocks/>
            <a:stCxn id="35" idx="2"/>
            <a:endCxn id="94" idx="2"/>
          </p:cNvCxnSpPr>
          <p:nvPr/>
        </p:nvCxnSpPr>
        <p:spPr>
          <a:xfrm rot="16200000" flipH="1">
            <a:off x="6175812" y="2624236"/>
            <a:ext cx="236292" cy="688539"/>
          </a:xfrm>
          <a:prstGeom prst="bentConnector3">
            <a:avLst>
              <a:gd name="adj1" fmla="val 4362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8" name="Conector: angular 1057">
            <a:extLst>
              <a:ext uri="{FF2B5EF4-FFF2-40B4-BE49-F238E27FC236}">
                <a16:creationId xmlns:a16="http://schemas.microsoft.com/office/drawing/2014/main" id="{2862EBE8-A7E5-1952-C94C-5A4F3213C07F}"/>
              </a:ext>
            </a:extLst>
          </p:cNvPr>
          <p:cNvCxnSpPr>
            <a:cxnSpLocks/>
            <a:stCxn id="41" idx="2"/>
            <a:endCxn id="94" idx="2"/>
          </p:cNvCxnSpPr>
          <p:nvPr/>
        </p:nvCxnSpPr>
        <p:spPr>
          <a:xfrm rot="5400000">
            <a:off x="6857078" y="2631141"/>
            <a:ext cx="236662" cy="674361"/>
          </a:xfrm>
          <a:prstGeom prst="bentConnector3">
            <a:avLst>
              <a:gd name="adj1" fmla="val 4371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1" name="Conector: angular 1060">
            <a:extLst>
              <a:ext uri="{FF2B5EF4-FFF2-40B4-BE49-F238E27FC236}">
                <a16:creationId xmlns:a16="http://schemas.microsoft.com/office/drawing/2014/main" id="{AF8B3A58-0C09-FD57-7F9E-BCDEA62981ED}"/>
              </a:ext>
            </a:extLst>
          </p:cNvPr>
          <p:cNvCxnSpPr>
            <a:cxnSpLocks/>
            <a:stCxn id="20" idx="2"/>
            <a:endCxn id="94" idx="2"/>
          </p:cNvCxnSpPr>
          <p:nvPr/>
        </p:nvCxnSpPr>
        <p:spPr>
          <a:xfrm rot="5400000">
            <a:off x="7538714" y="1941657"/>
            <a:ext cx="244509" cy="2045480"/>
          </a:xfrm>
          <a:prstGeom prst="bentConnector3">
            <a:avLst>
              <a:gd name="adj1" fmla="val 4551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71" name="Imagen 1070">
            <a:extLst>
              <a:ext uri="{FF2B5EF4-FFF2-40B4-BE49-F238E27FC236}">
                <a16:creationId xmlns:a16="http://schemas.microsoft.com/office/drawing/2014/main" id="{519FFB87-70BB-EFD6-FA71-129E69C23DD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391" y="4885218"/>
            <a:ext cx="492510" cy="492510"/>
          </a:xfrm>
          <a:prstGeom prst="rect">
            <a:avLst/>
          </a:prstGeom>
        </p:spPr>
      </p:pic>
      <p:pic>
        <p:nvPicPr>
          <p:cNvPr id="1073" name="Gráfico 1072">
            <a:extLst>
              <a:ext uri="{FF2B5EF4-FFF2-40B4-BE49-F238E27FC236}">
                <a16:creationId xmlns:a16="http://schemas.microsoft.com/office/drawing/2014/main" id="{C1BE8422-5997-E856-D56D-971BD4E163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998992" y="498183"/>
            <a:ext cx="362195" cy="399663"/>
          </a:xfrm>
          <a:prstGeom prst="rect">
            <a:avLst/>
          </a:prstGeom>
        </p:spPr>
      </p:pic>
      <p:pic>
        <p:nvPicPr>
          <p:cNvPr id="1076" name="Gráfico 1075">
            <a:extLst>
              <a:ext uri="{FF2B5EF4-FFF2-40B4-BE49-F238E27FC236}">
                <a16:creationId xmlns:a16="http://schemas.microsoft.com/office/drawing/2014/main" id="{CF9DAE17-2AAB-BDD2-30E4-00D4A95FBA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963995" y="4182371"/>
            <a:ext cx="362195" cy="399663"/>
          </a:xfrm>
          <a:prstGeom prst="rect">
            <a:avLst/>
          </a:prstGeom>
        </p:spPr>
      </p:pic>
      <p:sp>
        <p:nvSpPr>
          <p:cNvPr id="1077" name="Text 34">
            <a:extLst>
              <a:ext uri="{FF2B5EF4-FFF2-40B4-BE49-F238E27FC236}">
                <a16:creationId xmlns:a16="http://schemas.microsoft.com/office/drawing/2014/main" id="{B1527BD6-C8B3-ED35-69E6-F458FB726F9F}"/>
              </a:ext>
            </a:extLst>
          </p:cNvPr>
          <p:cNvSpPr/>
          <p:nvPr/>
        </p:nvSpPr>
        <p:spPr>
          <a:xfrm>
            <a:off x="10379698" y="4252922"/>
            <a:ext cx="1310949" cy="26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2000" dirty="0"/>
          </a:p>
        </p:txBody>
      </p:sp>
      <p:pic>
        <p:nvPicPr>
          <p:cNvPr id="1079" name="Image 9" descr="Coche con relleno sólido">
            <a:extLst>
              <a:ext uri="{FF2B5EF4-FFF2-40B4-BE49-F238E27FC236}">
                <a16:creationId xmlns:a16="http://schemas.microsoft.com/office/drawing/2014/main" id="{52914CE9-FFD7-3DE0-B506-D87A8A600A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708652" y="4711161"/>
            <a:ext cx="292608" cy="292608"/>
          </a:xfrm>
          <a:prstGeom prst="rect">
            <a:avLst/>
          </a:prstGeom>
        </p:spPr>
      </p:pic>
      <p:pic>
        <p:nvPicPr>
          <p:cNvPr id="1080" name="Image 9" descr="Triciclo con relleno sólido">
            <a:extLst>
              <a:ext uri="{FF2B5EF4-FFF2-40B4-BE49-F238E27FC236}">
                <a16:creationId xmlns:a16="http://schemas.microsoft.com/office/drawing/2014/main" id="{1059EE83-B407-1448-3271-FAEA47D54A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708652" y="4907282"/>
            <a:ext cx="292608" cy="292608"/>
          </a:xfrm>
          <a:prstGeom prst="rect">
            <a:avLst/>
          </a:prstGeom>
        </p:spPr>
      </p:pic>
      <p:pic>
        <p:nvPicPr>
          <p:cNvPr id="1081" name="Image 9" descr="Andar con relleno sólido">
            <a:extLst>
              <a:ext uri="{FF2B5EF4-FFF2-40B4-BE49-F238E27FC236}">
                <a16:creationId xmlns:a16="http://schemas.microsoft.com/office/drawing/2014/main" id="{B97CDB3B-1F50-3812-2772-AE58EE59B8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1748884" y="5151207"/>
            <a:ext cx="231553" cy="231553"/>
          </a:xfrm>
          <a:prstGeom prst="rect">
            <a:avLst/>
          </a:prstGeom>
        </p:spPr>
      </p:pic>
      <p:pic>
        <p:nvPicPr>
          <p:cNvPr id="1082" name="Image 9" descr="Autobús con relleno sólido">
            <a:extLst>
              <a:ext uri="{FF2B5EF4-FFF2-40B4-BE49-F238E27FC236}">
                <a16:creationId xmlns:a16="http://schemas.microsoft.com/office/drawing/2014/main" id="{BD130FE1-8E7F-C0C9-B3DD-A60EBC1B8F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715230" y="5326787"/>
            <a:ext cx="292506" cy="292608"/>
          </a:xfrm>
          <a:prstGeom prst="rect">
            <a:avLst/>
          </a:prstGeom>
        </p:spPr>
      </p:pic>
      <p:sp>
        <p:nvSpPr>
          <p:cNvPr id="1083" name="Text 34">
            <a:extLst>
              <a:ext uri="{FF2B5EF4-FFF2-40B4-BE49-F238E27FC236}">
                <a16:creationId xmlns:a16="http://schemas.microsoft.com/office/drawing/2014/main" id="{6103D950-D6A3-5446-4FD5-1524C89ABC07}"/>
              </a:ext>
            </a:extLst>
          </p:cNvPr>
          <p:cNvSpPr/>
          <p:nvPr/>
        </p:nvSpPr>
        <p:spPr>
          <a:xfrm>
            <a:off x="10430893" y="4779263"/>
            <a:ext cx="1267329" cy="789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Predicted</a:t>
            </a:r>
            <a:br>
              <a:rPr lang="en-US" sz="1600" b="1" dirty="0">
                <a:solidFill>
                  <a:srgbClr val="212121"/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</a:br>
            <a:r>
              <a:rPr lang="en-US" sz="1600" b="1" dirty="0">
                <a:solidFill>
                  <a:srgbClr val="212121"/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Mode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pic>
        <p:nvPicPr>
          <p:cNvPr id="1085" name="Imagen 1084">
            <a:extLst>
              <a:ext uri="{FF2B5EF4-FFF2-40B4-BE49-F238E27FC236}">
                <a16:creationId xmlns:a16="http://schemas.microsoft.com/office/drawing/2014/main" id="{D9D64787-CCBF-62EE-C603-00422588B67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920460" y="5783241"/>
            <a:ext cx="492510" cy="492510"/>
          </a:xfrm>
          <a:prstGeom prst="rect">
            <a:avLst/>
          </a:prstGeom>
        </p:spPr>
      </p:pic>
      <p:sp>
        <p:nvSpPr>
          <p:cNvPr id="1086" name="Text 34">
            <a:extLst>
              <a:ext uri="{FF2B5EF4-FFF2-40B4-BE49-F238E27FC236}">
                <a16:creationId xmlns:a16="http://schemas.microsoft.com/office/drawing/2014/main" id="{E8DF14B3-8F1B-B2A0-71EA-EA958123ACBF}"/>
              </a:ext>
            </a:extLst>
          </p:cNvPr>
          <p:cNvSpPr/>
          <p:nvPr/>
        </p:nvSpPr>
        <p:spPr>
          <a:xfrm>
            <a:off x="10423318" y="5875370"/>
            <a:ext cx="1267329" cy="338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Confidence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489" name="Conector: angular 1488">
            <a:extLst>
              <a:ext uri="{FF2B5EF4-FFF2-40B4-BE49-F238E27FC236}">
                <a16:creationId xmlns:a16="http://schemas.microsoft.com/office/drawing/2014/main" id="{F8A424EF-88CA-870B-593C-376F1E070E1B}"/>
              </a:ext>
            </a:extLst>
          </p:cNvPr>
          <p:cNvCxnSpPr>
            <a:cxnSpLocks/>
            <a:stCxn id="1356" idx="3"/>
            <a:endCxn id="1452" idx="1"/>
          </p:cNvCxnSpPr>
          <p:nvPr/>
        </p:nvCxnSpPr>
        <p:spPr>
          <a:xfrm flipV="1">
            <a:off x="9227086" y="5225843"/>
            <a:ext cx="649407" cy="9021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1" name="Conector: angular 1490">
            <a:extLst>
              <a:ext uri="{FF2B5EF4-FFF2-40B4-BE49-F238E27FC236}">
                <a16:creationId xmlns:a16="http://schemas.microsoft.com/office/drawing/2014/main" id="{C96A5C3C-DBA4-420C-EBDE-9A4F88E18410}"/>
              </a:ext>
            </a:extLst>
          </p:cNvPr>
          <p:cNvCxnSpPr>
            <a:cxnSpLocks/>
            <a:stCxn id="1350" idx="3"/>
            <a:endCxn id="1452" idx="1"/>
          </p:cNvCxnSpPr>
          <p:nvPr/>
        </p:nvCxnSpPr>
        <p:spPr>
          <a:xfrm flipV="1">
            <a:off x="9223753" y="5225843"/>
            <a:ext cx="652740" cy="9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5" name="Conector: angular 1494">
            <a:extLst>
              <a:ext uri="{FF2B5EF4-FFF2-40B4-BE49-F238E27FC236}">
                <a16:creationId xmlns:a16="http://schemas.microsoft.com/office/drawing/2014/main" id="{A3CE5BDE-6C12-1BB3-40D9-A457F46A2A7D}"/>
              </a:ext>
            </a:extLst>
          </p:cNvPr>
          <p:cNvCxnSpPr>
            <a:cxnSpLocks/>
            <a:stCxn id="1347" idx="3"/>
            <a:endCxn id="1452" idx="1"/>
          </p:cNvCxnSpPr>
          <p:nvPr/>
        </p:nvCxnSpPr>
        <p:spPr>
          <a:xfrm>
            <a:off x="9223753" y="4370770"/>
            <a:ext cx="652740" cy="85507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8" name="Conector: angular 1497">
            <a:extLst>
              <a:ext uri="{FF2B5EF4-FFF2-40B4-BE49-F238E27FC236}">
                <a16:creationId xmlns:a16="http://schemas.microsoft.com/office/drawing/2014/main" id="{E01C61E2-95D9-161D-E7A7-80BC27C12ACE}"/>
              </a:ext>
            </a:extLst>
          </p:cNvPr>
          <p:cNvCxnSpPr>
            <a:cxnSpLocks/>
            <a:stCxn id="1440" idx="3"/>
            <a:endCxn id="1347" idx="1"/>
          </p:cNvCxnSpPr>
          <p:nvPr/>
        </p:nvCxnSpPr>
        <p:spPr>
          <a:xfrm flipV="1">
            <a:off x="7163246" y="4370770"/>
            <a:ext cx="477039" cy="85621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0" name="Conector: angular 1499">
            <a:extLst>
              <a:ext uri="{FF2B5EF4-FFF2-40B4-BE49-F238E27FC236}">
                <a16:creationId xmlns:a16="http://schemas.microsoft.com/office/drawing/2014/main" id="{36DCE045-85CD-6305-DA42-9961402153A0}"/>
              </a:ext>
            </a:extLst>
          </p:cNvPr>
          <p:cNvCxnSpPr>
            <a:cxnSpLocks/>
            <a:stCxn id="1440" idx="3"/>
            <a:endCxn id="1350" idx="1"/>
          </p:cNvCxnSpPr>
          <p:nvPr/>
        </p:nvCxnSpPr>
        <p:spPr>
          <a:xfrm flipV="1">
            <a:off x="7163246" y="5226807"/>
            <a:ext cx="477039" cy="17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2" name="Conector: angular 1501">
            <a:extLst>
              <a:ext uri="{FF2B5EF4-FFF2-40B4-BE49-F238E27FC236}">
                <a16:creationId xmlns:a16="http://schemas.microsoft.com/office/drawing/2014/main" id="{8FC8826A-2F7A-02CB-A42A-C2B094E48077}"/>
              </a:ext>
            </a:extLst>
          </p:cNvPr>
          <p:cNvCxnSpPr>
            <a:cxnSpLocks/>
            <a:stCxn id="1440" idx="3"/>
            <a:endCxn id="1356" idx="1"/>
          </p:cNvCxnSpPr>
          <p:nvPr/>
        </p:nvCxnSpPr>
        <p:spPr>
          <a:xfrm>
            <a:off x="7163246" y="5226986"/>
            <a:ext cx="480372" cy="90098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287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73DF7C0-68CC-FEA5-F8C7-F35992990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BD8BE6-4C5E-4418-FB11-FAA21E967249}"/>
              </a:ext>
            </a:extLst>
          </p:cNvPr>
          <p:cNvSpPr/>
          <p:nvPr/>
        </p:nvSpPr>
        <p:spPr>
          <a:xfrm>
            <a:off x="228600" y="-42516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</a:t>
            </a:r>
            <a:r>
              <a:rPr lang="en-US" sz="1900" b="1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preprocesado</a:t>
            </a: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OSRM </a:t>
            </a:r>
            <a:r>
              <a:rPr lang="en-US" sz="1900" b="1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900" b="1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19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371D37F-CE64-A524-32B8-3D5A429920E6}"/>
              </a:ext>
            </a:extLst>
          </p:cNvPr>
          <p:cNvSpPr/>
          <p:nvPr/>
        </p:nvSpPr>
        <p:spPr>
          <a:xfrm>
            <a:off x="228600" y="224236"/>
            <a:ext cx="1170432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Text 64">
            <a:extLst>
              <a:ext uri="{FF2B5EF4-FFF2-40B4-BE49-F238E27FC236}">
                <a16:creationId xmlns:a16="http://schemas.microsoft.com/office/drawing/2014/main" id="{BB461C96-0101-4946-13EC-497BEBB0EA5F}"/>
              </a:ext>
            </a:extLst>
          </p:cNvPr>
          <p:cNvSpPr/>
          <p:nvPr/>
        </p:nvSpPr>
        <p:spPr>
          <a:xfrm>
            <a:off x="6766561" y="3047543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</a:t>
            </a:r>
            <a:endParaRPr lang="en-US" sz="800" dirty="0"/>
          </a:p>
        </p:txBody>
      </p:sp>
      <p:grpSp>
        <p:nvGrpSpPr>
          <p:cNvPr id="1284" name="Grupo 1283">
            <a:extLst>
              <a:ext uri="{FF2B5EF4-FFF2-40B4-BE49-F238E27FC236}">
                <a16:creationId xmlns:a16="http://schemas.microsoft.com/office/drawing/2014/main" id="{6129169E-4217-7DC2-5A23-A497B04127B8}"/>
              </a:ext>
            </a:extLst>
          </p:cNvPr>
          <p:cNvGrpSpPr/>
          <p:nvPr/>
        </p:nvGrpSpPr>
        <p:grpSpPr>
          <a:xfrm>
            <a:off x="1461833" y="280794"/>
            <a:ext cx="10685307" cy="6503000"/>
            <a:chOff x="6675121" y="878829"/>
            <a:chExt cx="9736974" cy="6354397"/>
          </a:xfrm>
        </p:grpSpPr>
        <p:grpSp>
          <p:nvGrpSpPr>
            <p:cNvPr id="1149" name="Grupo 1148">
              <a:extLst>
                <a:ext uri="{FF2B5EF4-FFF2-40B4-BE49-F238E27FC236}">
                  <a16:creationId xmlns:a16="http://schemas.microsoft.com/office/drawing/2014/main" id="{41A5E85D-F189-B162-9033-1F153793FE42}"/>
                </a:ext>
              </a:extLst>
            </p:cNvPr>
            <p:cNvGrpSpPr/>
            <p:nvPr/>
          </p:nvGrpSpPr>
          <p:grpSpPr>
            <a:xfrm>
              <a:off x="6675121" y="878829"/>
              <a:ext cx="9736974" cy="6354397"/>
              <a:chOff x="6303331" y="2478589"/>
              <a:chExt cx="9736974" cy="6354397"/>
            </a:xfrm>
          </p:grpSpPr>
          <p:sp>
            <p:nvSpPr>
              <p:cNvPr id="1136" name="Shape 62">
                <a:extLst>
                  <a:ext uri="{FF2B5EF4-FFF2-40B4-BE49-F238E27FC236}">
                    <a16:creationId xmlns:a16="http://schemas.microsoft.com/office/drawing/2014/main" id="{AFED5CA2-C06F-755C-7AC6-31DB7696E16B}"/>
                  </a:ext>
                </a:extLst>
              </p:cNvPr>
              <p:cNvSpPr/>
              <p:nvPr/>
            </p:nvSpPr>
            <p:spPr>
              <a:xfrm>
                <a:off x="6303331" y="2478589"/>
                <a:ext cx="9736974" cy="6354397"/>
              </a:xfrm>
              <a:prstGeom prst="roundRect">
                <a:avLst>
                  <a:gd name="adj" fmla="val 4000"/>
                </a:avLst>
              </a:prstGeom>
              <a:solidFill>
                <a:srgbClr val="F0F8FE"/>
              </a:solidFill>
              <a:ln w="31750">
                <a:solidFill>
                  <a:srgbClr val="0097F4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140" name="Text 65">
                <a:extLst>
                  <a:ext uri="{FF2B5EF4-FFF2-40B4-BE49-F238E27FC236}">
                    <a16:creationId xmlns:a16="http://schemas.microsoft.com/office/drawing/2014/main" id="{DBC9A2B9-DED1-E7F0-02F9-DB649E8B4F42}"/>
                  </a:ext>
                </a:extLst>
              </p:cNvPr>
              <p:cNvSpPr/>
              <p:nvPr/>
            </p:nvSpPr>
            <p:spPr>
              <a:xfrm>
                <a:off x="6960659" y="2523266"/>
                <a:ext cx="2624022" cy="46149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00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osrm</a:t>
                </a:r>
                <a:r>
                  <a:rPr lang="en-US" sz="20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/</a:t>
                </a:r>
                <a:r>
                  <a:rPr lang="en-US" sz="200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osrm-backend</a:t>
                </a:r>
                <a:r>
                  <a:rPr lang="en-US" sz="2000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:latest</a:t>
                </a:r>
                <a:endParaRPr lang="en-US" sz="2000" dirty="0"/>
              </a:p>
            </p:txBody>
          </p:sp>
        </p:grpSp>
        <p:pic>
          <p:nvPicPr>
            <p:cNvPr id="1229" name="Gráfico 1228">
              <a:extLst>
                <a:ext uri="{FF2B5EF4-FFF2-40B4-BE49-F238E27FC236}">
                  <a16:creationId xmlns:a16="http://schemas.microsoft.com/office/drawing/2014/main" id="{E0B06812-9ED7-A9BF-C827-2C7F8EB70C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060543" y="1000833"/>
              <a:ext cx="966129" cy="325724"/>
            </a:xfrm>
            <a:prstGeom prst="rect">
              <a:avLst/>
            </a:prstGeom>
          </p:spPr>
        </p:pic>
        <p:pic>
          <p:nvPicPr>
            <p:cNvPr id="1230" name="Gráfico 1229" descr="Dirigir dos pines por un camino con relleno sólido">
              <a:extLst>
                <a:ext uri="{FF2B5EF4-FFF2-40B4-BE49-F238E27FC236}">
                  <a16:creationId xmlns:a16="http://schemas.microsoft.com/office/drawing/2014/main" id="{B63EEC19-036E-8375-19E6-2F23B5F84D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100061" y="988493"/>
              <a:ext cx="346808" cy="346808"/>
            </a:xfrm>
            <a:prstGeom prst="rect">
              <a:avLst/>
            </a:prstGeom>
          </p:spPr>
        </p:pic>
      </p:grpSp>
      <p:grpSp>
        <p:nvGrpSpPr>
          <p:cNvPr id="1316" name="Grupo 1315">
            <a:extLst>
              <a:ext uri="{FF2B5EF4-FFF2-40B4-BE49-F238E27FC236}">
                <a16:creationId xmlns:a16="http://schemas.microsoft.com/office/drawing/2014/main" id="{14465698-E0CA-16E6-A9F8-98B336361474}"/>
              </a:ext>
            </a:extLst>
          </p:cNvPr>
          <p:cNvGrpSpPr/>
          <p:nvPr/>
        </p:nvGrpSpPr>
        <p:grpSpPr>
          <a:xfrm>
            <a:off x="40713" y="1277219"/>
            <a:ext cx="1173276" cy="1059714"/>
            <a:chOff x="9639166" y="999274"/>
            <a:chExt cx="728798" cy="658257"/>
          </a:xfrm>
        </p:grpSpPr>
        <p:sp>
          <p:nvSpPr>
            <p:cNvPr id="1315" name="Shape 53">
              <a:extLst>
                <a:ext uri="{FF2B5EF4-FFF2-40B4-BE49-F238E27FC236}">
                  <a16:creationId xmlns:a16="http://schemas.microsoft.com/office/drawing/2014/main" id="{FE1437E6-D5E6-5C80-A8D8-FC3C6B46F16E}"/>
                </a:ext>
              </a:extLst>
            </p:cNvPr>
            <p:cNvSpPr/>
            <p:nvPr/>
          </p:nvSpPr>
          <p:spPr>
            <a:xfrm>
              <a:off x="9639166" y="999274"/>
              <a:ext cx="728798" cy="658257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88BFCC"/>
              </a:solidFill>
              <a:prstDash val="sysDot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310" name="Picture 28" descr="Geofabrik GmbH | CyberForum e.V.">
              <a:extLst>
                <a:ext uri="{FF2B5EF4-FFF2-40B4-BE49-F238E27FC236}">
                  <a16:creationId xmlns:a16="http://schemas.microsoft.com/office/drawing/2014/main" id="{014DCE10-C95B-4690-F163-A384AD9A18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2427" y="1056651"/>
              <a:ext cx="612353" cy="5131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325" name="Conector: angular 1324">
            <a:extLst>
              <a:ext uri="{FF2B5EF4-FFF2-40B4-BE49-F238E27FC236}">
                <a16:creationId xmlns:a16="http://schemas.microsoft.com/office/drawing/2014/main" id="{0A8699D0-BD79-15E4-EBE2-52E95EFE2E95}"/>
              </a:ext>
            </a:extLst>
          </p:cNvPr>
          <p:cNvCxnSpPr>
            <a:cxnSpLocks/>
            <a:stCxn id="1315" idx="2"/>
            <a:endCxn id="1312" idx="0"/>
          </p:cNvCxnSpPr>
          <p:nvPr/>
        </p:nvCxnSpPr>
        <p:spPr>
          <a:xfrm rot="16200000" flipH="1">
            <a:off x="75448" y="2888835"/>
            <a:ext cx="1103937" cy="1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46" name="Grupo 1345">
            <a:extLst>
              <a:ext uri="{FF2B5EF4-FFF2-40B4-BE49-F238E27FC236}">
                <a16:creationId xmlns:a16="http://schemas.microsoft.com/office/drawing/2014/main" id="{DF77C21B-B50C-EFB5-F226-B2D973A6AC88}"/>
              </a:ext>
            </a:extLst>
          </p:cNvPr>
          <p:cNvGrpSpPr/>
          <p:nvPr/>
        </p:nvGrpSpPr>
        <p:grpSpPr>
          <a:xfrm>
            <a:off x="27275" y="3436836"/>
            <a:ext cx="1200413" cy="1202646"/>
            <a:chOff x="9433312" y="971559"/>
            <a:chExt cx="1343959" cy="1352154"/>
          </a:xfrm>
        </p:grpSpPr>
        <p:grpSp>
          <p:nvGrpSpPr>
            <p:cNvPr id="1314" name="Grupo 1313">
              <a:extLst>
                <a:ext uri="{FF2B5EF4-FFF2-40B4-BE49-F238E27FC236}">
                  <a16:creationId xmlns:a16="http://schemas.microsoft.com/office/drawing/2014/main" id="{E33962BC-954A-9AFD-F87A-0BBA244C76F9}"/>
                </a:ext>
              </a:extLst>
            </p:cNvPr>
            <p:cNvGrpSpPr/>
            <p:nvPr/>
          </p:nvGrpSpPr>
          <p:grpSpPr>
            <a:xfrm>
              <a:off x="9433312" y="971559"/>
              <a:ext cx="1343959" cy="1352154"/>
              <a:chOff x="10100088" y="818689"/>
              <a:chExt cx="1543376" cy="1513777"/>
            </a:xfrm>
          </p:grpSpPr>
          <p:sp>
            <p:nvSpPr>
              <p:cNvPr id="1312" name="Shape 53">
                <a:extLst>
                  <a:ext uri="{FF2B5EF4-FFF2-40B4-BE49-F238E27FC236}">
                    <a16:creationId xmlns:a16="http://schemas.microsoft.com/office/drawing/2014/main" id="{369EAF8C-17CB-622E-E4D3-D6CFD8B3BA9F}"/>
                  </a:ext>
                </a:extLst>
              </p:cNvPr>
              <p:cNvSpPr/>
              <p:nvPr/>
            </p:nvSpPr>
            <p:spPr>
              <a:xfrm>
                <a:off x="10100088" y="823766"/>
                <a:ext cx="1543376" cy="1508700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25400">
                <a:solidFill>
                  <a:srgbClr val="777777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313" name="Text 54">
                <a:extLst>
                  <a:ext uri="{FF2B5EF4-FFF2-40B4-BE49-F238E27FC236}">
                    <a16:creationId xmlns:a16="http://schemas.microsoft.com/office/drawing/2014/main" id="{4ACA02DD-ACA4-1A19-BA1C-BDC5CE61C893}"/>
                  </a:ext>
                </a:extLst>
              </p:cNvPr>
              <p:cNvSpPr/>
              <p:nvPr/>
            </p:nvSpPr>
            <p:spPr>
              <a:xfrm>
                <a:off x="10137856" y="1835520"/>
                <a:ext cx="1505607" cy="1634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Castilla-La Mancha</a:t>
                </a:r>
                <a:endParaRPr lang="en-US" sz="900" dirty="0"/>
              </a:p>
            </p:txBody>
          </p:sp>
          <p:pic>
            <p:nvPicPr>
              <p:cNvPr id="1234" name="Imagen 1233">
                <a:extLst>
                  <a:ext uri="{FF2B5EF4-FFF2-40B4-BE49-F238E27FC236}">
                    <a16:creationId xmlns:a16="http://schemas.microsoft.com/office/drawing/2014/main" id="{F1FE9A27-6F84-953A-9F72-051E84B014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07725" y="818689"/>
                <a:ext cx="1445837" cy="481945"/>
              </a:xfrm>
              <a:prstGeom prst="rect">
                <a:avLst/>
              </a:prstGeom>
            </p:spPr>
          </p:pic>
          <p:pic>
            <p:nvPicPr>
              <p:cNvPr id="1233" name="Picture 6">
                <a:extLst>
                  <a:ext uri="{FF2B5EF4-FFF2-40B4-BE49-F238E27FC236}">
                    <a16:creationId xmlns:a16="http://schemas.microsoft.com/office/drawing/2014/main" id="{F337BB11-2871-AF23-964B-A5820E3BE6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498228" y="1146551"/>
                <a:ext cx="746760" cy="70568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344" name="Grupo 1343">
              <a:extLst>
                <a:ext uri="{FF2B5EF4-FFF2-40B4-BE49-F238E27FC236}">
                  <a16:creationId xmlns:a16="http://schemas.microsoft.com/office/drawing/2014/main" id="{3D4EE8B1-DDDE-5B8D-93D7-B07F0901431F}"/>
                </a:ext>
              </a:extLst>
            </p:cNvPr>
            <p:cNvGrpSpPr/>
            <p:nvPr/>
          </p:nvGrpSpPr>
          <p:grpSpPr>
            <a:xfrm>
              <a:off x="9615701" y="2055174"/>
              <a:ext cx="960384" cy="236153"/>
              <a:chOff x="9613758" y="2101008"/>
              <a:chExt cx="960384" cy="236153"/>
            </a:xfrm>
          </p:grpSpPr>
          <p:sp>
            <p:nvSpPr>
              <p:cNvPr id="1329" name="Text 66">
                <a:extLst>
                  <a:ext uri="{FF2B5EF4-FFF2-40B4-BE49-F238E27FC236}">
                    <a16:creationId xmlns:a16="http://schemas.microsoft.com/office/drawing/2014/main" id="{AD4A8C24-E9D4-5944-4BDF-1B8ADC439E34}"/>
                  </a:ext>
                </a:extLst>
              </p:cNvPr>
              <p:cNvSpPr/>
              <p:nvPr/>
            </p:nvSpPr>
            <p:spPr>
              <a:xfrm>
                <a:off x="9796903" y="2108561"/>
                <a:ext cx="777239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 err="1">
                    <a:solidFill>
                      <a:srgbClr val="77777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CLM.osm.pbf</a:t>
                </a:r>
                <a:endPara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77777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98 MB</a:t>
                </a:r>
                <a:endParaRPr lang="en-US" sz="900" dirty="0">
                  <a:solidFill>
                    <a:srgbClr val="777777"/>
                  </a:solidFill>
                </a:endParaRPr>
              </a:p>
            </p:txBody>
          </p:sp>
          <p:pic>
            <p:nvPicPr>
              <p:cNvPr id="1343" name="Gráfico 1342">
                <a:extLst>
                  <a:ext uri="{FF2B5EF4-FFF2-40B4-BE49-F238E27FC236}">
                    <a16:creationId xmlns:a16="http://schemas.microsoft.com/office/drawing/2014/main" id="{FF8C1B9E-23E5-618E-9FD2-730948846D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613758" y="2101008"/>
                <a:ext cx="219608" cy="219608"/>
              </a:xfrm>
              <a:prstGeom prst="rect">
                <a:avLst/>
              </a:prstGeom>
            </p:spPr>
          </p:pic>
        </p:grpSp>
      </p:grpSp>
      <p:grpSp>
        <p:nvGrpSpPr>
          <p:cNvPr id="1395" name="Grupo 1394">
            <a:extLst>
              <a:ext uri="{FF2B5EF4-FFF2-40B4-BE49-F238E27FC236}">
                <a16:creationId xmlns:a16="http://schemas.microsoft.com/office/drawing/2014/main" id="{2E240329-A3D1-8F0E-B04C-2084E23B5945}"/>
              </a:ext>
            </a:extLst>
          </p:cNvPr>
          <p:cNvGrpSpPr/>
          <p:nvPr/>
        </p:nvGrpSpPr>
        <p:grpSpPr>
          <a:xfrm>
            <a:off x="4176302" y="1006581"/>
            <a:ext cx="1999112" cy="4367989"/>
            <a:chOff x="4880174" y="907899"/>
            <a:chExt cx="1999112" cy="4367989"/>
          </a:xfrm>
        </p:grpSpPr>
        <p:sp>
          <p:nvSpPr>
            <p:cNvPr id="22" name="Shape 53">
              <a:extLst>
                <a:ext uri="{FF2B5EF4-FFF2-40B4-BE49-F238E27FC236}">
                  <a16:creationId xmlns:a16="http://schemas.microsoft.com/office/drawing/2014/main" id="{7659DF07-DBD2-5741-C967-CC29DFFE4A9F}"/>
                </a:ext>
              </a:extLst>
            </p:cNvPr>
            <p:cNvSpPr/>
            <p:nvPr/>
          </p:nvSpPr>
          <p:spPr>
            <a:xfrm>
              <a:off x="4880174" y="907899"/>
              <a:ext cx="1999112" cy="4367989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62C7A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 anchor="t"/>
            <a:lstStyle/>
            <a:p>
              <a:pPr algn="ctr"/>
              <a:r>
                <a:rPr lang="es-ES" sz="1600" b="1" dirty="0" err="1">
                  <a:highlight>
                    <a:srgbClr val="FFFDE7"/>
                  </a:highlight>
                  <a:latin typeface="Consolas" panose="020B0609020204030204" pitchFamily="49" charset="0"/>
                  <a:cs typeface="Courier New" panose="02070309020205020404" pitchFamily="49" charset="0"/>
                </a:rPr>
                <a:t>osrm-partition</a:t>
              </a:r>
              <a:endParaRPr lang="es-ES" sz="1600" b="1" dirty="0">
                <a:highlight>
                  <a:srgbClr val="FFFDE7"/>
                </a:highlight>
                <a:latin typeface="Consolas" panose="020B0609020204030204" pitchFamily="49" charset="0"/>
                <a:cs typeface="Courier New" panose="02070309020205020404" pitchFamily="49" charset="0"/>
              </a:endParaRPr>
            </a:p>
            <a:p>
              <a:endParaRPr lang="es-ES" sz="1100" dirty="0">
                <a:latin typeface="Consolas" panose="020B0609020204030204" pitchFamily="49" charset="0"/>
                <a:cs typeface="Courier New" panose="02070309020205020404" pitchFamily="49" charset="0"/>
              </a:endParaRPr>
            </a:p>
            <a:p>
              <a:r>
                <a:rPr lang="es-ES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Divide el grafo en celdas jerárquicas</a:t>
              </a:r>
            </a:p>
            <a:p>
              <a:r>
                <a:rPr lang="es-E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Multi-Level Dijkstra (MLD)</a:t>
              </a:r>
            </a:p>
          </p:txBody>
        </p:sp>
        <p:sp>
          <p:nvSpPr>
            <p:cNvPr id="37" name="Shape 53">
              <a:extLst>
                <a:ext uri="{FF2B5EF4-FFF2-40B4-BE49-F238E27FC236}">
                  <a16:creationId xmlns:a16="http://schemas.microsoft.com/office/drawing/2014/main" id="{B7742DB8-5F33-90F5-67CC-666512672F47}"/>
                </a:ext>
              </a:extLst>
            </p:cNvPr>
            <p:cNvSpPr/>
            <p:nvPr/>
          </p:nvSpPr>
          <p:spPr>
            <a:xfrm>
              <a:off x="5016160" y="2981723"/>
              <a:ext cx="1758535" cy="365656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73FF6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es-ES" sz="1600" b="1" dirty="0" err="1">
                  <a:latin typeface="Consolas" panose="020B0609020204030204" pitchFamily="49" charset="0"/>
                  <a:cs typeface="Courier New" panose="02070309020205020404" pitchFamily="49" charset="0"/>
                </a:rPr>
                <a:t>osrm-partition</a:t>
              </a:r>
              <a:endParaRPr lang="es-ES" sz="1600" dirty="0">
                <a:latin typeface="Consolas" panose="020B06090202040302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8" name="Shape 53">
              <a:extLst>
                <a:ext uri="{FF2B5EF4-FFF2-40B4-BE49-F238E27FC236}">
                  <a16:creationId xmlns:a16="http://schemas.microsoft.com/office/drawing/2014/main" id="{16674733-DBB3-462D-EBB7-07E667C81E22}"/>
                </a:ext>
              </a:extLst>
            </p:cNvPr>
            <p:cNvSpPr/>
            <p:nvPr/>
          </p:nvSpPr>
          <p:spPr>
            <a:xfrm>
              <a:off x="5016160" y="3759642"/>
              <a:ext cx="1758535" cy="365656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26AA57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es-ES" sz="1600" b="1" dirty="0" err="1">
                  <a:latin typeface="Consolas" panose="020B0609020204030204" pitchFamily="49" charset="0"/>
                  <a:cs typeface="Courier New" panose="02070309020205020404" pitchFamily="49" charset="0"/>
                </a:rPr>
                <a:t>osrm-partition</a:t>
              </a:r>
              <a:endParaRPr lang="es-ES" sz="1600" dirty="0">
                <a:latin typeface="Consolas" panose="020B06090202040302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9" name="Shape 53">
              <a:extLst>
                <a:ext uri="{FF2B5EF4-FFF2-40B4-BE49-F238E27FC236}">
                  <a16:creationId xmlns:a16="http://schemas.microsoft.com/office/drawing/2014/main" id="{E35CFF8D-8B6D-9D16-E4FA-7F49F823F2F3}"/>
                </a:ext>
              </a:extLst>
            </p:cNvPr>
            <p:cNvSpPr/>
            <p:nvPr/>
          </p:nvSpPr>
          <p:spPr>
            <a:xfrm>
              <a:off x="5020586" y="4527711"/>
              <a:ext cx="1758535" cy="365656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424242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es-ES" sz="1600" b="1" dirty="0" err="1">
                  <a:latin typeface="Consolas" panose="020B0609020204030204" pitchFamily="49" charset="0"/>
                  <a:cs typeface="Courier New" panose="02070309020205020404" pitchFamily="49" charset="0"/>
                </a:rPr>
                <a:t>osrm-partition</a:t>
              </a:r>
              <a:endParaRPr lang="es-ES" sz="1600" dirty="0">
                <a:latin typeface="Consolas" panose="020B06090202040302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396" name="Grupo 1395">
            <a:extLst>
              <a:ext uri="{FF2B5EF4-FFF2-40B4-BE49-F238E27FC236}">
                <a16:creationId xmlns:a16="http://schemas.microsoft.com/office/drawing/2014/main" id="{E9C66067-D148-77B2-8BA1-756D9E794902}"/>
              </a:ext>
            </a:extLst>
          </p:cNvPr>
          <p:cNvGrpSpPr/>
          <p:nvPr/>
        </p:nvGrpSpPr>
        <p:grpSpPr>
          <a:xfrm>
            <a:off x="6314319" y="1006581"/>
            <a:ext cx="1961567" cy="4367989"/>
            <a:chOff x="7373442" y="1026314"/>
            <a:chExt cx="1961567" cy="4367989"/>
          </a:xfrm>
        </p:grpSpPr>
        <p:sp>
          <p:nvSpPr>
            <p:cNvPr id="23" name="Shape 53">
              <a:extLst>
                <a:ext uri="{FF2B5EF4-FFF2-40B4-BE49-F238E27FC236}">
                  <a16:creationId xmlns:a16="http://schemas.microsoft.com/office/drawing/2014/main" id="{BE7633DE-5527-1424-3021-D5430C96CC2D}"/>
                </a:ext>
              </a:extLst>
            </p:cNvPr>
            <p:cNvSpPr/>
            <p:nvPr/>
          </p:nvSpPr>
          <p:spPr>
            <a:xfrm>
              <a:off x="7373442" y="1026314"/>
              <a:ext cx="1961567" cy="4367989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62C7A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 anchor="t"/>
            <a:lstStyle/>
            <a:p>
              <a:pPr algn="ctr"/>
              <a:r>
                <a:rPr lang="es-ES" sz="1600" b="1" dirty="0" err="1">
                  <a:highlight>
                    <a:srgbClr val="FFFDE7"/>
                  </a:highlight>
                  <a:latin typeface="Consolas" panose="020B0609020204030204" pitchFamily="49" charset="0"/>
                  <a:cs typeface="Courier New" panose="02070309020205020404" pitchFamily="49" charset="0"/>
                </a:rPr>
                <a:t>osrm-customize</a:t>
              </a:r>
              <a:endParaRPr lang="es-ES" sz="1600" b="1" dirty="0">
                <a:highlight>
                  <a:srgbClr val="FFFDE7"/>
                </a:highlight>
                <a:latin typeface="Consolas" panose="020B0609020204030204" pitchFamily="49" charset="0"/>
                <a:cs typeface="Courier New" panose="02070309020205020404" pitchFamily="49" charset="0"/>
              </a:endParaRPr>
            </a:p>
            <a:p>
              <a:endParaRPr lang="es-ES" sz="1100" dirty="0">
                <a:latin typeface="Consolas" panose="020B0609020204030204" pitchFamily="49" charset="0"/>
                <a:cs typeface="Courier New" panose="02070309020205020404" pitchFamily="49" charset="0"/>
              </a:endParaRPr>
            </a:p>
            <a:p>
              <a:r>
                <a:rPr lang="es-ES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Asigna pesos finales a cada arista </a:t>
              </a:r>
              <a:r>
                <a:rPr lang="es-E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sobre la estructura de celdas MLD</a:t>
              </a:r>
            </a:p>
          </p:txBody>
        </p:sp>
        <p:sp>
          <p:nvSpPr>
            <p:cNvPr id="41" name="Shape 53">
              <a:extLst>
                <a:ext uri="{FF2B5EF4-FFF2-40B4-BE49-F238E27FC236}">
                  <a16:creationId xmlns:a16="http://schemas.microsoft.com/office/drawing/2014/main" id="{F06786DE-FFE5-F6A1-7DED-E012E79684FA}"/>
                </a:ext>
              </a:extLst>
            </p:cNvPr>
            <p:cNvSpPr/>
            <p:nvPr/>
          </p:nvSpPr>
          <p:spPr>
            <a:xfrm>
              <a:off x="7474957" y="3103135"/>
              <a:ext cx="1758535" cy="365656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73FF6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es-ES" sz="1600" b="1" dirty="0" err="1">
                  <a:latin typeface="Consolas" panose="020B0609020204030204" pitchFamily="49" charset="0"/>
                  <a:cs typeface="Courier New" panose="02070309020205020404" pitchFamily="49" charset="0"/>
                </a:rPr>
                <a:t>osrm-customize</a:t>
              </a:r>
              <a:endParaRPr lang="es-ES" sz="1600" dirty="0">
                <a:latin typeface="Consolas" panose="020B06090202040302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Shape 53">
              <a:extLst>
                <a:ext uri="{FF2B5EF4-FFF2-40B4-BE49-F238E27FC236}">
                  <a16:creationId xmlns:a16="http://schemas.microsoft.com/office/drawing/2014/main" id="{C56DC085-E8C1-24F8-CCEA-C3983F7DBB31}"/>
                </a:ext>
              </a:extLst>
            </p:cNvPr>
            <p:cNvSpPr/>
            <p:nvPr/>
          </p:nvSpPr>
          <p:spPr>
            <a:xfrm>
              <a:off x="7481368" y="3877279"/>
              <a:ext cx="1758535" cy="365656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26AA57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es-ES" sz="1600" b="1" dirty="0" err="1">
                  <a:latin typeface="Consolas" panose="020B0609020204030204" pitchFamily="49" charset="0"/>
                  <a:cs typeface="Courier New" panose="02070309020205020404" pitchFamily="49" charset="0"/>
                </a:rPr>
                <a:t>osrm-customize</a:t>
              </a:r>
              <a:endParaRPr lang="es-ES" sz="1600" dirty="0">
                <a:latin typeface="Consolas" panose="020B06090202040302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3" name="Shape 53">
              <a:extLst>
                <a:ext uri="{FF2B5EF4-FFF2-40B4-BE49-F238E27FC236}">
                  <a16:creationId xmlns:a16="http://schemas.microsoft.com/office/drawing/2014/main" id="{F6B01A50-2B93-58D5-5FDF-3B471D2C2859}"/>
                </a:ext>
              </a:extLst>
            </p:cNvPr>
            <p:cNvSpPr/>
            <p:nvPr/>
          </p:nvSpPr>
          <p:spPr>
            <a:xfrm>
              <a:off x="7463743" y="4645291"/>
              <a:ext cx="1758535" cy="365656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424242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es-ES" sz="1600" b="1" dirty="0" err="1">
                  <a:latin typeface="Consolas" panose="020B0609020204030204" pitchFamily="49" charset="0"/>
                  <a:cs typeface="Courier New" panose="02070309020205020404" pitchFamily="49" charset="0"/>
                </a:rPr>
                <a:t>osrm-customize</a:t>
              </a:r>
              <a:endParaRPr lang="es-ES" sz="1600" dirty="0">
                <a:latin typeface="Consolas" panose="020B06090202040302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56" name="Conector: angular 55">
            <a:extLst>
              <a:ext uri="{FF2B5EF4-FFF2-40B4-BE49-F238E27FC236}">
                <a16:creationId xmlns:a16="http://schemas.microsoft.com/office/drawing/2014/main" id="{A6DA027C-03E4-3408-6492-C5540A807453}"/>
              </a:ext>
            </a:extLst>
          </p:cNvPr>
          <p:cNvCxnSpPr>
            <a:stCxn id="37" idx="3"/>
            <a:endCxn id="41" idx="1"/>
          </p:cNvCxnSpPr>
          <p:nvPr/>
        </p:nvCxnSpPr>
        <p:spPr>
          <a:xfrm>
            <a:off x="6070823" y="3263233"/>
            <a:ext cx="345011" cy="2997"/>
          </a:xfrm>
          <a:prstGeom prst="bentConnector3">
            <a:avLst/>
          </a:prstGeom>
          <a:ln>
            <a:solidFill>
              <a:srgbClr val="573F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: angular 57">
            <a:extLst>
              <a:ext uri="{FF2B5EF4-FFF2-40B4-BE49-F238E27FC236}">
                <a16:creationId xmlns:a16="http://schemas.microsoft.com/office/drawing/2014/main" id="{A31B24AF-5B89-F7B7-4FF0-19DBF4A1F4E9}"/>
              </a:ext>
            </a:extLst>
          </p:cNvPr>
          <p:cNvCxnSpPr>
            <a:stCxn id="38" idx="3"/>
            <a:endCxn id="42" idx="1"/>
          </p:cNvCxnSpPr>
          <p:nvPr/>
        </p:nvCxnSpPr>
        <p:spPr>
          <a:xfrm flipV="1">
            <a:off x="6070823" y="4040374"/>
            <a:ext cx="351422" cy="778"/>
          </a:xfrm>
          <a:prstGeom prst="bentConnector3">
            <a:avLst/>
          </a:prstGeom>
          <a:ln>
            <a:solidFill>
              <a:srgbClr val="26AA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: angular 59">
            <a:extLst>
              <a:ext uri="{FF2B5EF4-FFF2-40B4-BE49-F238E27FC236}">
                <a16:creationId xmlns:a16="http://schemas.microsoft.com/office/drawing/2014/main" id="{2300E7B8-1FEB-203C-4C1E-6E419D69D4C1}"/>
              </a:ext>
            </a:extLst>
          </p:cNvPr>
          <p:cNvCxnSpPr>
            <a:stCxn id="39" idx="3"/>
            <a:endCxn id="43" idx="1"/>
          </p:cNvCxnSpPr>
          <p:nvPr/>
        </p:nvCxnSpPr>
        <p:spPr>
          <a:xfrm flipV="1">
            <a:off x="6075249" y="4808386"/>
            <a:ext cx="329371" cy="835"/>
          </a:xfrm>
          <a:prstGeom prst="bentConnector3">
            <a:avLst/>
          </a:prstGeom>
          <a:ln>
            <a:solidFill>
              <a:srgbClr val="42424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10" name="Grupo 1409">
            <a:extLst>
              <a:ext uri="{FF2B5EF4-FFF2-40B4-BE49-F238E27FC236}">
                <a16:creationId xmlns:a16="http://schemas.microsoft.com/office/drawing/2014/main" id="{47A887D6-8CC9-69B5-3F42-6A10D318C672}"/>
              </a:ext>
            </a:extLst>
          </p:cNvPr>
          <p:cNvGrpSpPr/>
          <p:nvPr/>
        </p:nvGrpSpPr>
        <p:grpSpPr>
          <a:xfrm>
            <a:off x="8376589" y="1009002"/>
            <a:ext cx="1609816" cy="5677564"/>
            <a:chOff x="9073955" y="1277218"/>
            <a:chExt cx="1609816" cy="5345383"/>
          </a:xfrm>
        </p:grpSpPr>
        <p:sp>
          <p:nvSpPr>
            <p:cNvPr id="73" name="Shape 62">
              <a:extLst>
                <a:ext uri="{FF2B5EF4-FFF2-40B4-BE49-F238E27FC236}">
                  <a16:creationId xmlns:a16="http://schemas.microsoft.com/office/drawing/2014/main" id="{DB54415B-904A-0ECA-3F59-10100759DCE2}"/>
                </a:ext>
              </a:extLst>
            </p:cNvPr>
            <p:cNvSpPr/>
            <p:nvPr/>
          </p:nvSpPr>
          <p:spPr>
            <a:xfrm>
              <a:off x="9073955" y="1277218"/>
              <a:ext cx="1609816" cy="5345383"/>
            </a:xfrm>
            <a:prstGeom prst="roundRect">
              <a:avLst>
                <a:gd name="adj" fmla="val 4000"/>
              </a:avLst>
            </a:prstGeom>
            <a:solidFill>
              <a:srgbClr val="FFFDE7"/>
            </a:solidFill>
            <a:ln w="31750">
              <a:solidFill>
                <a:srgbClr val="F9A825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es-E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Grafos OSRM</a:t>
              </a:r>
              <a:br>
                <a:rPr lang="es-E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s-E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preprocesados</a:t>
              </a:r>
            </a:p>
            <a:p>
              <a:endParaRPr lang="es-E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s-ES" sz="1400" b="1" dirty="0"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  </a:t>
              </a:r>
              <a:r>
                <a:rPr lang="es-ES" sz="1400" b="1" dirty="0" err="1"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clm.osrm</a:t>
              </a:r>
              <a:endParaRPr lang="es-ES" sz="14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s-ES" sz="1400" dirty="0"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  </a:t>
              </a:r>
              <a:r>
                <a:rPr lang="es-ES" sz="1400" dirty="0" err="1"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partition</a:t>
              </a:r>
              <a:endParaRPr lang="es-ES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s-ES" sz="1400" dirty="0"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  </a:t>
              </a:r>
              <a:r>
                <a:rPr lang="es-ES" sz="1400" dirty="0" err="1"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cells</a:t>
              </a:r>
              <a:endParaRPr lang="es-ES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s-ES" sz="1400" dirty="0"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  </a:t>
              </a:r>
              <a:r>
                <a:rPr lang="es-ES" sz="1400" dirty="0" err="1"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cell_metrics</a:t>
              </a:r>
              <a:endParaRPr lang="es-ES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s-ES" sz="1400" dirty="0"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  ...(+15)</a:t>
              </a:r>
            </a:p>
          </p:txBody>
        </p:sp>
        <p:grpSp>
          <p:nvGrpSpPr>
            <p:cNvPr id="74" name="Grupo 73">
              <a:extLst>
                <a:ext uri="{FF2B5EF4-FFF2-40B4-BE49-F238E27FC236}">
                  <a16:creationId xmlns:a16="http://schemas.microsoft.com/office/drawing/2014/main" id="{EAEC5CCF-FC73-5304-0DED-9BBA3FBAF5EB}"/>
                </a:ext>
              </a:extLst>
            </p:cNvPr>
            <p:cNvGrpSpPr/>
            <p:nvPr/>
          </p:nvGrpSpPr>
          <p:grpSpPr>
            <a:xfrm>
              <a:off x="9144308" y="3934170"/>
              <a:ext cx="1457223" cy="392633"/>
              <a:chOff x="9422361" y="2086719"/>
              <a:chExt cx="1367559" cy="354442"/>
            </a:xfrm>
          </p:grpSpPr>
          <p:grpSp>
            <p:nvGrpSpPr>
              <p:cNvPr id="75" name="Grupo 74">
                <a:extLst>
                  <a:ext uri="{FF2B5EF4-FFF2-40B4-BE49-F238E27FC236}">
                    <a16:creationId xmlns:a16="http://schemas.microsoft.com/office/drawing/2014/main" id="{27207075-C5A8-8057-CFBE-D16C7D7D8D71}"/>
                  </a:ext>
                </a:extLst>
              </p:cNvPr>
              <p:cNvGrpSpPr/>
              <p:nvPr/>
            </p:nvGrpSpPr>
            <p:grpSpPr>
              <a:xfrm>
                <a:off x="9422361" y="2086719"/>
                <a:ext cx="1367559" cy="354437"/>
                <a:chOff x="9422361" y="1695355"/>
                <a:chExt cx="1367559" cy="354437"/>
              </a:xfrm>
            </p:grpSpPr>
            <p:sp>
              <p:nvSpPr>
                <p:cNvPr id="79" name="Shape 8">
                  <a:extLst>
                    <a:ext uri="{FF2B5EF4-FFF2-40B4-BE49-F238E27FC236}">
                      <a16:creationId xmlns:a16="http://schemas.microsoft.com/office/drawing/2014/main" id="{87298420-1BDF-82AF-87FA-1EB961A7014D}"/>
                    </a:ext>
                  </a:extLst>
                </p:cNvPr>
                <p:cNvSpPr/>
                <p:nvPr/>
              </p:nvSpPr>
              <p:spPr>
                <a:xfrm>
                  <a:off x="9422361" y="1695355"/>
                  <a:ext cx="1367559" cy="354433"/>
                </a:xfrm>
                <a:prstGeom prst="roundRect">
                  <a:avLst>
                    <a:gd name="adj" fmla="val 9259"/>
                  </a:avLst>
                </a:prstGeom>
                <a:solidFill>
                  <a:schemeClr val="bg1"/>
                </a:solidFill>
                <a:ln w="19050">
                  <a:solidFill>
                    <a:srgbClr val="F9A825"/>
                  </a:solidFill>
                  <a:prstDash val="solid"/>
                </a:ln>
              </p:spPr>
              <p:txBody>
                <a:bodyPr/>
                <a:lstStyle/>
                <a:p>
                  <a:endParaRPr lang="es-ES" dirty="0"/>
                </a:p>
              </p:txBody>
            </p:sp>
            <p:sp>
              <p:nvSpPr>
                <p:cNvPr id="80" name="Text 9">
                  <a:extLst>
                    <a:ext uri="{FF2B5EF4-FFF2-40B4-BE49-F238E27FC236}">
                      <a16:creationId xmlns:a16="http://schemas.microsoft.com/office/drawing/2014/main" id="{A87C0331-EC68-0A61-D723-10B4566D0141}"/>
                    </a:ext>
                  </a:extLst>
                </p:cNvPr>
                <p:cNvSpPr/>
                <p:nvPr/>
              </p:nvSpPr>
              <p:spPr>
                <a:xfrm>
                  <a:off x="9746228" y="1695359"/>
                  <a:ext cx="1029271" cy="354433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 err="1">
                      <a:solidFill>
                        <a:srgbClr val="21212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osrm-clm</a:t>
                  </a:r>
                  <a:r>
                    <a:rPr lang="en-US" sz="1200" b="1" dirty="0">
                      <a:solidFill>
                        <a:srgbClr val="21212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/bike</a:t>
                  </a:r>
                  <a:r>
                    <a:rPr lang="en-US" sz="850" b="1" dirty="0">
                      <a:solidFill>
                        <a:srgbClr val="21212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 </a:t>
                  </a:r>
                  <a:endParaRPr lang="en-US" sz="1200" dirty="0"/>
                </a:p>
              </p:txBody>
            </p:sp>
          </p:grpSp>
          <p:pic>
            <p:nvPicPr>
              <p:cNvPr id="77" name="Gráfico 76" descr="Carpeta abierta con relleno sólido">
                <a:extLst>
                  <a:ext uri="{FF2B5EF4-FFF2-40B4-BE49-F238E27FC236}">
                    <a16:creationId xmlns:a16="http://schemas.microsoft.com/office/drawing/2014/main" id="{2A5D1EA1-C7A9-4BD8-246D-24136A9162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9452936" y="2086728"/>
                <a:ext cx="354433" cy="354433"/>
              </a:xfrm>
              <a:prstGeom prst="rect">
                <a:avLst/>
              </a:prstGeom>
            </p:spPr>
          </p:pic>
        </p:grpSp>
        <p:grpSp>
          <p:nvGrpSpPr>
            <p:cNvPr id="81" name="Grupo 80">
              <a:extLst>
                <a:ext uri="{FF2B5EF4-FFF2-40B4-BE49-F238E27FC236}">
                  <a16:creationId xmlns:a16="http://schemas.microsoft.com/office/drawing/2014/main" id="{D3503A30-E009-568E-8CE6-F8A77BEDFAAB}"/>
                </a:ext>
              </a:extLst>
            </p:cNvPr>
            <p:cNvGrpSpPr/>
            <p:nvPr/>
          </p:nvGrpSpPr>
          <p:grpSpPr>
            <a:xfrm>
              <a:off x="9158205" y="4655873"/>
              <a:ext cx="1442339" cy="392661"/>
              <a:chOff x="9422361" y="2064356"/>
              <a:chExt cx="1448125" cy="354470"/>
            </a:xfrm>
          </p:grpSpPr>
          <p:grpSp>
            <p:nvGrpSpPr>
              <p:cNvPr id="82" name="Grupo 81">
                <a:extLst>
                  <a:ext uri="{FF2B5EF4-FFF2-40B4-BE49-F238E27FC236}">
                    <a16:creationId xmlns:a16="http://schemas.microsoft.com/office/drawing/2014/main" id="{2209BDF5-1F1C-EB21-1F55-F149046E2C1C}"/>
                  </a:ext>
                </a:extLst>
              </p:cNvPr>
              <p:cNvGrpSpPr/>
              <p:nvPr/>
            </p:nvGrpSpPr>
            <p:grpSpPr>
              <a:xfrm>
                <a:off x="9422361" y="2064356"/>
                <a:ext cx="1448125" cy="354470"/>
                <a:chOff x="9422361" y="1672992"/>
                <a:chExt cx="1448125" cy="354470"/>
              </a:xfrm>
            </p:grpSpPr>
            <p:sp>
              <p:nvSpPr>
                <p:cNvPr id="84" name="Shape 8">
                  <a:extLst>
                    <a:ext uri="{FF2B5EF4-FFF2-40B4-BE49-F238E27FC236}">
                      <a16:creationId xmlns:a16="http://schemas.microsoft.com/office/drawing/2014/main" id="{BF9B3F5F-9C19-D978-4D68-38D82698FB3C}"/>
                    </a:ext>
                  </a:extLst>
                </p:cNvPr>
                <p:cNvSpPr/>
                <p:nvPr/>
              </p:nvSpPr>
              <p:spPr>
                <a:xfrm>
                  <a:off x="9422361" y="1672992"/>
                  <a:ext cx="1442437" cy="354433"/>
                </a:xfrm>
                <a:prstGeom prst="roundRect">
                  <a:avLst>
                    <a:gd name="adj" fmla="val 9259"/>
                  </a:avLst>
                </a:prstGeom>
                <a:solidFill>
                  <a:schemeClr val="bg1"/>
                </a:solidFill>
                <a:ln w="19050">
                  <a:solidFill>
                    <a:srgbClr val="F9A825"/>
                  </a:solidFill>
                  <a:prstDash val="solid"/>
                </a:ln>
              </p:spPr>
              <p:txBody>
                <a:bodyPr/>
                <a:lstStyle/>
                <a:p>
                  <a:endParaRPr lang="es-ES" dirty="0"/>
                </a:p>
              </p:txBody>
            </p:sp>
            <p:sp>
              <p:nvSpPr>
                <p:cNvPr id="85" name="Text 9">
                  <a:extLst>
                    <a:ext uri="{FF2B5EF4-FFF2-40B4-BE49-F238E27FC236}">
                      <a16:creationId xmlns:a16="http://schemas.microsoft.com/office/drawing/2014/main" id="{A3C301E0-AA7F-6A31-2410-4F9DC17EE4FA}"/>
                    </a:ext>
                  </a:extLst>
                </p:cNvPr>
                <p:cNvSpPr/>
                <p:nvPr/>
              </p:nvSpPr>
              <p:spPr>
                <a:xfrm>
                  <a:off x="9732467" y="1673029"/>
                  <a:ext cx="1138019" cy="354433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 err="1">
                      <a:solidFill>
                        <a:srgbClr val="21212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osrm-clm</a:t>
                  </a:r>
                  <a:r>
                    <a:rPr lang="en-US" sz="1200" b="1" dirty="0">
                      <a:solidFill>
                        <a:srgbClr val="21212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/foot</a:t>
                  </a:r>
                  <a:r>
                    <a:rPr lang="en-US" sz="850" b="1" dirty="0">
                      <a:solidFill>
                        <a:srgbClr val="21212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 </a:t>
                  </a:r>
                  <a:endParaRPr lang="en-US" sz="1200" dirty="0"/>
                </a:p>
              </p:txBody>
            </p:sp>
          </p:grpSp>
          <p:pic>
            <p:nvPicPr>
              <p:cNvPr id="83" name="Gráfico 82" descr="Carpeta abierta con relleno sólido">
                <a:extLst>
                  <a:ext uri="{FF2B5EF4-FFF2-40B4-BE49-F238E27FC236}">
                    <a16:creationId xmlns:a16="http://schemas.microsoft.com/office/drawing/2014/main" id="{1EBA487A-FD30-53B3-704B-CBF694EFE7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9452936" y="2064390"/>
                <a:ext cx="354433" cy="354433"/>
              </a:xfrm>
              <a:prstGeom prst="rect">
                <a:avLst/>
              </a:prstGeom>
            </p:spPr>
          </p:pic>
        </p:grpSp>
        <p:grpSp>
          <p:nvGrpSpPr>
            <p:cNvPr id="87" name="Grupo 86">
              <a:extLst>
                <a:ext uri="{FF2B5EF4-FFF2-40B4-BE49-F238E27FC236}">
                  <a16:creationId xmlns:a16="http://schemas.microsoft.com/office/drawing/2014/main" id="{DCD40976-B053-84CC-570B-F7D3C682512D}"/>
                </a:ext>
              </a:extLst>
            </p:cNvPr>
            <p:cNvGrpSpPr/>
            <p:nvPr/>
          </p:nvGrpSpPr>
          <p:grpSpPr>
            <a:xfrm>
              <a:off x="9151749" y="3206640"/>
              <a:ext cx="1457223" cy="392638"/>
              <a:chOff x="9422361" y="2109072"/>
              <a:chExt cx="1367559" cy="354447"/>
            </a:xfrm>
          </p:grpSpPr>
          <p:grpSp>
            <p:nvGrpSpPr>
              <p:cNvPr id="88" name="Grupo 87">
                <a:extLst>
                  <a:ext uri="{FF2B5EF4-FFF2-40B4-BE49-F238E27FC236}">
                    <a16:creationId xmlns:a16="http://schemas.microsoft.com/office/drawing/2014/main" id="{748A6F56-265D-76C9-A882-3951B736EFB4}"/>
                  </a:ext>
                </a:extLst>
              </p:cNvPr>
              <p:cNvGrpSpPr/>
              <p:nvPr/>
            </p:nvGrpSpPr>
            <p:grpSpPr>
              <a:xfrm>
                <a:off x="9422361" y="2109079"/>
                <a:ext cx="1367559" cy="354440"/>
                <a:chOff x="9422361" y="1717715"/>
                <a:chExt cx="1367559" cy="354440"/>
              </a:xfrm>
            </p:grpSpPr>
            <p:sp>
              <p:nvSpPr>
                <p:cNvPr id="90" name="Shape 8">
                  <a:extLst>
                    <a:ext uri="{FF2B5EF4-FFF2-40B4-BE49-F238E27FC236}">
                      <a16:creationId xmlns:a16="http://schemas.microsoft.com/office/drawing/2014/main" id="{17A7E456-04F1-5B04-7699-CDF38CF77399}"/>
                    </a:ext>
                  </a:extLst>
                </p:cNvPr>
                <p:cNvSpPr/>
                <p:nvPr/>
              </p:nvSpPr>
              <p:spPr>
                <a:xfrm>
                  <a:off x="9422361" y="1717715"/>
                  <a:ext cx="1367559" cy="354433"/>
                </a:xfrm>
                <a:prstGeom prst="roundRect">
                  <a:avLst>
                    <a:gd name="adj" fmla="val 9259"/>
                  </a:avLst>
                </a:prstGeom>
                <a:solidFill>
                  <a:schemeClr val="bg1"/>
                </a:solidFill>
                <a:ln w="19050">
                  <a:solidFill>
                    <a:srgbClr val="F9A825"/>
                  </a:solidFill>
                  <a:prstDash val="solid"/>
                </a:ln>
              </p:spPr>
              <p:txBody>
                <a:bodyPr/>
                <a:lstStyle/>
                <a:p>
                  <a:endParaRPr lang="es-ES" dirty="0"/>
                </a:p>
              </p:txBody>
            </p:sp>
            <p:sp>
              <p:nvSpPr>
                <p:cNvPr id="91" name="Text 9">
                  <a:extLst>
                    <a:ext uri="{FF2B5EF4-FFF2-40B4-BE49-F238E27FC236}">
                      <a16:creationId xmlns:a16="http://schemas.microsoft.com/office/drawing/2014/main" id="{289914D6-2E95-554E-4BF5-2C4B2FF9AAEB}"/>
                    </a:ext>
                  </a:extLst>
                </p:cNvPr>
                <p:cNvSpPr/>
                <p:nvPr/>
              </p:nvSpPr>
              <p:spPr>
                <a:xfrm>
                  <a:off x="9746228" y="1717722"/>
                  <a:ext cx="1029271" cy="354433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 err="1">
                      <a:solidFill>
                        <a:srgbClr val="21212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osrm-clm</a:t>
                  </a:r>
                  <a:r>
                    <a:rPr lang="en-US" sz="1200" b="1" dirty="0">
                      <a:solidFill>
                        <a:srgbClr val="21212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/car</a:t>
                  </a:r>
                  <a:r>
                    <a:rPr lang="en-US" sz="850" b="1" dirty="0">
                      <a:solidFill>
                        <a:srgbClr val="21212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 </a:t>
                  </a:r>
                  <a:endParaRPr lang="en-US" sz="1200" dirty="0"/>
                </a:p>
              </p:txBody>
            </p:sp>
          </p:grpSp>
          <p:pic>
            <p:nvPicPr>
              <p:cNvPr id="89" name="Gráfico 88" descr="Carpeta abierta con relleno sólido">
                <a:extLst>
                  <a:ext uri="{FF2B5EF4-FFF2-40B4-BE49-F238E27FC236}">
                    <a16:creationId xmlns:a16="http://schemas.microsoft.com/office/drawing/2014/main" id="{874C328E-3638-3D3E-627E-3BEA18A1DF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9452936" y="2109072"/>
                <a:ext cx="354433" cy="354433"/>
              </a:xfrm>
              <a:prstGeom prst="rect">
                <a:avLst/>
              </a:prstGeom>
            </p:spPr>
          </p:pic>
        </p:grpSp>
      </p:grpSp>
      <p:cxnSp>
        <p:nvCxnSpPr>
          <p:cNvPr id="93" name="Conector: angular 92">
            <a:extLst>
              <a:ext uri="{FF2B5EF4-FFF2-40B4-BE49-F238E27FC236}">
                <a16:creationId xmlns:a16="http://schemas.microsoft.com/office/drawing/2014/main" id="{40F602C9-2739-5349-5D7C-16CBEF390644}"/>
              </a:ext>
            </a:extLst>
          </p:cNvPr>
          <p:cNvCxnSpPr>
            <a:cxnSpLocks/>
            <a:stCxn id="41" idx="3"/>
            <a:endCxn id="90" idx="1"/>
          </p:cNvCxnSpPr>
          <p:nvPr/>
        </p:nvCxnSpPr>
        <p:spPr>
          <a:xfrm>
            <a:off x="8174369" y="3266230"/>
            <a:ext cx="280014" cy="618"/>
          </a:xfrm>
          <a:prstGeom prst="bentConnector3">
            <a:avLst/>
          </a:prstGeom>
          <a:ln>
            <a:solidFill>
              <a:srgbClr val="573F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ector: angular 95">
            <a:extLst>
              <a:ext uri="{FF2B5EF4-FFF2-40B4-BE49-F238E27FC236}">
                <a16:creationId xmlns:a16="http://schemas.microsoft.com/office/drawing/2014/main" id="{22CFF8EE-F82B-F198-9649-BCFC6C02F8FB}"/>
              </a:ext>
            </a:extLst>
          </p:cNvPr>
          <p:cNvCxnSpPr>
            <a:stCxn id="42" idx="3"/>
            <a:endCxn id="79" idx="1"/>
          </p:cNvCxnSpPr>
          <p:nvPr/>
        </p:nvCxnSpPr>
        <p:spPr>
          <a:xfrm flipV="1">
            <a:off x="8180780" y="4039579"/>
            <a:ext cx="266162" cy="795"/>
          </a:xfrm>
          <a:prstGeom prst="bentConnector3">
            <a:avLst/>
          </a:prstGeom>
          <a:ln>
            <a:solidFill>
              <a:srgbClr val="26AA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ector: angular 97">
            <a:extLst>
              <a:ext uri="{FF2B5EF4-FFF2-40B4-BE49-F238E27FC236}">
                <a16:creationId xmlns:a16="http://schemas.microsoft.com/office/drawing/2014/main" id="{F05F9057-2F7B-BEAB-2968-56A41E4EB34C}"/>
              </a:ext>
            </a:extLst>
          </p:cNvPr>
          <p:cNvCxnSpPr>
            <a:stCxn id="43" idx="3"/>
            <a:endCxn id="84" idx="1"/>
          </p:cNvCxnSpPr>
          <p:nvPr/>
        </p:nvCxnSpPr>
        <p:spPr>
          <a:xfrm flipV="1">
            <a:off x="8163155" y="4806129"/>
            <a:ext cx="297684" cy="2257"/>
          </a:xfrm>
          <a:prstGeom prst="bentConnector3">
            <a:avLst/>
          </a:prstGeom>
          <a:ln>
            <a:solidFill>
              <a:srgbClr val="42424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8" name="Shape 53">
            <a:extLst>
              <a:ext uri="{FF2B5EF4-FFF2-40B4-BE49-F238E27FC236}">
                <a16:creationId xmlns:a16="http://schemas.microsoft.com/office/drawing/2014/main" id="{4866AD10-8AFE-8E36-79C6-C45B8C42DE72}"/>
              </a:ext>
            </a:extLst>
          </p:cNvPr>
          <p:cNvSpPr/>
          <p:nvPr/>
        </p:nvSpPr>
        <p:spPr>
          <a:xfrm>
            <a:off x="10081511" y="1006580"/>
            <a:ext cx="1967934" cy="5677564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5400">
            <a:solidFill>
              <a:srgbClr val="562C7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 anchor="t"/>
          <a:lstStyle/>
          <a:p>
            <a:pPr algn="ctr"/>
            <a:r>
              <a:rPr lang="es-ES" sz="1600" b="1" dirty="0" err="1">
                <a:highlight>
                  <a:srgbClr val="FFFDE7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osrm-routed</a:t>
            </a:r>
            <a:endParaRPr lang="es-ES" sz="1600" b="1" dirty="0">
              <a:highlight>
                <a:srgbClr val="FFFDE7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es-ES" sz="11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Lee los artefactos preprocesados y</a:t>
            </a:r>
            <a:r>
              <a:rPr lang="es-E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despliega una API HTTP de rutas.</a:t>
            </a:r>
            <a:endParaRPr lang="es-E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12" name="Shape 53">
            <a:extLst>
              <a:ext uri="{FF2B5EF4-FFF2-40B4-BE49-F238E27FC236}">
                <a16:creationId xmlns:a16="http://schemas.microsoft.com/office/drawing/2014/main" id="{BFA9CF01-62A7-084B-72DB-ED11EC62053B}"/>
              </a:ext>
            </a:extLst>
          </p:cNvPr>
          <p:cNvSpPr/>
          <p:nvPr/>
        </p:nvSpPr>
        <p:spPr>
          <a:xfrm>
            <a:off x="10275650" y="2777070"/>
            <a:ext cx="1724363" cy="742973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5400">
            <a:solidFill>
              <a:srgbClr val="573F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r>
              <a:rPr lang="es-ES" sz="14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s-ES" sz="14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osrm-routed</a:t>
            </a:r>
            <a:endParaRPr lang="es-ES" sz="14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algn="ctr"/>
            <a:r>
              <a:rPr lang="es-ES" sz="1400" dirty="0">
                <a:latin typeface="Consolas" panose="020B0609020204030204" pitchFamily="49" charset="0"/>
                <a:cs typeface="Courier New" panose="02070309020205020404" pitchFamily="49" charset="0"/>
              </a:rPr>
              <a:t>--</a:t>
            </a:r>
            <a:r>
              <a:rPr lang="es-E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algorithm</a:t>
            </a:r>
            <a:r>
              <a:rPr lang="es-ES" sz="14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s-E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mld</a:t>
            </a:r>
            <a:br>
              <a:rPr lang="es-ES" sz="14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s-ES" sz="1400" dirty="0">
                <a:latin typeface="Consolas" panose="020B0609020204030204" pitchFamily="49" charset="0"/>
                <a:cs typeface="Courier New" panose="02070309020205020404" pitchFamily="49" charset="0"/>
              </a:rPr>
              <a:t>:5000</a:t>
            </a:r>
          </a:p>
        </p:txBody>
      </p:sp>
      <p:grpSp>
        <p:nvGrpSpPr>
          <p:cNvPr id="1159" name="Grupo 1158">
            <a:extLst>
              <a:ext uri="{FF2B5EF4-FFF2-40B4-BE49-F238E27FC236}">
                <a16:creationId xmlns:a16="http://schemas.microsoft.com/office/drawing/2014/main" id="{3E0E50B3-1C7A-17DA-A913-20B8B606F543}"/>
              </a:ext>
            </a:extLst>
          </p:cNvPr>
          <p:cNvGrpSpPr/>
          <p:nvPr/>
        </p:nvGrpSpPr>
        <p:grpSpPr>
          <a:xfrm>
            <a:off x="9350874" y="356145"/>
            <a:ext cx="1277377" cy="409872"/>
            <a:chOff x="7027680" y="2689310"/>
            <a:chExt cx="1277377" cy="409872"/>
          </a:xfrm>
        </p:grpSpPr>
        <p:sp>
          <p:nvSpPr>
            <p:cNvPr id="1160" name="Shape 53">
              <a:extLst>
                <a:ext uri="{FF2B5EF4-FFF2-40B4-BE49-F238E27FC236}">
                  <a16:creationId xmlns:a16="http://schemas.microsoft.com/office/drawing/2014/main" id="{82891983-7891-FB1F-8A51-D0CB1C187A8B}"/>
                </a:ext>
              </a:extLst>
            </p:cNvPr>
            <p:cNvSpPr/>
            <p:nvPr/>
          </p:nvSpPr>
          <p:spPr>
            <a:xfrm>
              <a:off x="7027680" y="2689310"/>
              <a:ext cx="1277377" cy="409872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16A34A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>
                <a:solidFill>
                  <a:srgbClr val="26AA57"/>
                </a:solidFill>
              </a:endParaRPr>
            </a:p>
          </p:txBody>
        </p:sp>
        <p:pic>
          <p:nvPicPr>
            <p:cNvPr id="1161" name="Image 9" descr="Triciclo con relleno sólido">
              <a:extLst>
                <a:ext uri="{FF2B5EF4-FFF2-40B4-BE49-F238E27FC236}">
                  <a16:creationId xmlns:a16="http://schemas.microsoft.com/office/drawing/2014/main" id="{08CDDB9C-8738-167A-5A65-86320442A9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7123176" y="2747264"/>
              <a:ext cx="292608" cy="292608"/>
            </a:xfrm>
            <a:prstGeom prst="rect">
              <a:avLst/>
            </a:prstGeom>
          </p:spPr>
        </p:pic>
        <p:sp>
          <p:nvSpPr>
            <p:cNvPr id="1162" name="Text 54">
              <a:extLst>
                <a:ext uri="{FF2B5EF4-FFF2-40B4-BE49-F238E27FC236}">
                  <a16:creationId xmlns:a16="http://schemas.microsoft.com/office/drawing/2014/main" id="{11D00774-8AAB-C9D9-B39B-7E50BE0DC9F7}"/>
                </a:ext>
              </a:extLst>
            </p:cNvPr>
            <p:cNvSpPr/>
            <p:nvPr/>
          </p:nvSpPr>
          <p:spPr>
            <a:xfrm>
              <a:off x="7488936" y="27239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-bike</a:t>
              </a:r>
              <a:endParaRPr lang="en-US" sz="1100" dirty="0"/>
            </a:p>
          </p:txBody>
        </p:sp>
        <p:sp>
          <p:nvSpPr>
            <p:cNvPr id="1163" name="Text 55">
              <a:extLst>
                <a:ext uri="{FF2B5EF4-FFF2-40B4-BE49-F238E27FC236}">
                  <a16:creationId xmlns:a16="http://schemas.microsoft.com/office/drawing/2014/main" id="{35844A74-B223-B0ED-FAA0-030B7CBF3FF4}"/>
                </a:ext>
              </a:extLst>
            </p:cNvPr>
            <p:cNvSpPr/>
            <p:nvPr/>
          </p:nvSpPr>
          <p:spPr>
            <a:xfrm>
              <a:off x="7430593" y="28865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:5001</a:t>
              </a:r>
              <a:endParaRPr lang="en-US" sz="900" dirty="0"/>
            </a:p>
          </p:txBody>
        </p:sp>
      </p:grpSp>
      <p:grpSp>
        <p:nvGrpSpPr>
          <p:cNvPr id="1164" name="Grupo 1163">
            <a:extLst>
              <a:ext uri="{FF2B5EF4-FFF2-40B4-BE49-F238E27FC236}">
                <a16:creationId xmlns:a16="http://schemas.microsoft.com/office/drawing/2014/main" id="{EC38A0BE-AAB8-8416-6AED-6AF6283AEE30}"/>
              </a:ext>
            </a:extLst>
          </p:cNvPr>
          <p:cNvGrpSpPr/>
          <p:nvPr/>
        </p:nvGrpSpPr>
        <p:grpSpPr>
          <a:xfrm>
            <a:off x="10760067" y="362663"/>
            <a:ext cx="1277377" cy="403354"/>
            <a:chOff x="7013246" y="2749412"/>
            <a:chExt cx="1277377" cy="403354"/>
          </a:xfrm>
        </p:grpSpPr>
        <p:sp>
          <p:nvSpPr>
            <p:cNvPr id="1165" name="Shape 53">
              <a:extLst>
                <a:ext uri="{FF2B5EF4-FFF2-40B4-BE49-F238E27FC236}">
                  <a16:creationId xmlns:a16="http://schemas.microsoft.com/office/drawing/2014/main" id="{C8071431-8609-81E3-661E-9270FBBDBCBD}"/>
                </a:ext>
              </a:extLst>
            </p:cNvPr>
            <p:cNvSpPr/>
            <p:nvPr/>
          </p:nvSpPr>
          <p:spPr>
            <a:xfrm>
              <a:off x="7013246" y="2749412"/>
              <a:ext cx="1277377" cy="403354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55555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66" name="Image 9" descr="Andar con relleno sólido">
              <a:extLst>
                <a:ext uri="{FF2B5EF4-FFF2-40B4-BE49-F238E27FC236}">
                  <a16:creationId xmlns:a16="http://schemas.microsoft.com/office/drawing/2014/main" id="{A3B090C0-A7CD-B6BA-0EE0-147E7820EF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7123176" y="2798064"/>
              <a:ext cx="292608" cy="292608"/>
            </a:xfrm>
            <a:prstGeom prst="rect">
              <a:avLst/>
            </a:prstGeom>
          </p:spPr>
        </p:pic>
        <p:sp>
          <p:nvSpPr>
            <p:cNvPr id="1167" name="Text 54">
              <a:extLst>
                <a:ext uri="{FF2B5EF4-FFF2-40B4-BE49-F238E27FC236}">
                  <a16:creationId xmlns:a16="http://schemas.microsoft.com/office/drawing/2014/main" id="{F349B4BF-5F21-3970-B709-D656CAFB3290}"/>
                </a:ext>
              </a:extLst>
            </p:cNvPr>
            <p:cNvSpPr/>
            <p:nvPr/>
          </p:nvSpPr>
          <p:spPr>
            <a:xfrm>
              <a:off x="7488936" y="27747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-foot</a:t>
              </a:r>
              <a:endParaRPr lang="en-US" sz="1100" dirty="0"/>
            </a:p>
          </p:txBody>
        </p:sp>
        <p:sp>
          <p:nvSpPr>
            <p:cNvPr id="1168" name="Text 55">
              <a:extLst>
                <a:ext uri="{FF2B5EF4-FFF2-40B4-BE49-F238E27FC236}">
                  <a16:creationId xmlns:a16="http://schemas.microsoft.com/office/drawing/2014/main" id="{B753ED22-6648-A820-EB53-5A560A1E4FE8}"/>
                </a:ext>
              </a:extLst>
            </p:cNvPr>
            <p:cNvSpPr/>
            <p:nvPr/>
          </p:nvSpPr>
          <p:spPr>
            <a:xfrm>
              <a:off x="7430593" y="29373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:5002</a:t>
              </a:r>
              <a:endParaRPr lang="en-US" sz="900" dirty="0"/>
            </a:p>
          </p:txBody>
        </p:sp>
      </p:grpSp>
      <p:grpSp>
        <p:nvGrpSpPr>
          <p:cNvPr id="1174" name="Grupo 1173">
            <a:extLst>
              <a:ext uri="{FF2B5EF4-FFF2-40B4-BE49-F238E27FC236}">
                <a16:creationId xmlns:a16="http://schemas.microsoft.com/office/drawing/2014/main" id="{4AF88682-C814-9FA4-45E9-63CDC62E0BDC}"/>
              </a:ext>
            </a:extLst>
          </p:cNvPr>
          <p:cNvGrpSpPr/>
          <p:nvPr/>
        </p:nvGrpSpPr>
        <p:grpSpPr>
          <a:xfrm>
            <a:off x="7931148" y="369265"/>
            <a:ext cx="1277377" cy="390149"/>
            <a:chOff x="7031736" y="2764531"/>
            <a:chExt cx="1277377" cy="390149"/>
          </a:xfrm>
        </p:grpSpPr>
        <p:sp>
          <p:nvSpPr>
            <p:cNvPr id="1175" name="Shape 53">
              <a:extLst>
                <a:ext uri="{FF2B5EF4-FFF2-40B4-BE49-F238E27FC236}">
                  <a16:creationId xmlns:a16="http://schemas.microsoft.com/office/drawing/2014/main" id="{17D8853A-FA8F-8E16-4BD2-2E467C2DA6EF}"/>
                </a:ext>
              </a:extLst>
            </p:cNvPr>
            <p:cNvSpPr/>
            <p:nvPr/>
          </p:nvSpPr>
          <p:spPr>
            <a:xfrm>
              <a:off x="7031736" y="2764531"/>
              <a:ext cx="1277377" cy="390149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73FF6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76" name="Image 9" descr="Coche con relleno sólido">
              <a:extLst>
                <a:ext uri="{FF2B5EF4-FFF2-40B4-BE49-F238E27FC236}">
                  <a16:creationId xmlns:a16="http://schemas.microsoft.com/office/drawing/2014/main" id="{4D735D90-B0B1-A01F-A715-B16DE874D6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7123176" y="2798064"/>
              <a:ext cx="292608" cy="292608"/>
            </a:xfrm>
            <a:prstGeom prst="rect">
              <a:avLst/>
            </a:prstGeom>
          </p:spPr>
        </p:pic>
        <p:sp>
          <p:nvSpPr>
            <p:cNvPr id="1177" name="Text 54">
              <a:extLst>
                <a:ext uri="{FF2B5EF4-FFF2-40B4-BE49-F238E27FC236}">
                  <a16:creationId xmlns:a16="http://schemas.microsoft.com/office/drawing/2014/main" id="{E5F78776-814F-8AB1-C08B-92A83946FE29}"/>
                </a:ext>
              </a:extLst>
            </p:cNvPr>
            <p:cNvSpPr/>
            <p:nvPr/>
          </p:nvSpPr>
          <p:spPr>
            <a:xfrm>
              <a:off x="7488936" y="27747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-car</a:t>
              </a:r>
              <a:endParaRPr lang="en-US" sz="1100" dirty="0"/>
            </a:p>
          </p:txBody>
        </p:sp>
        <p:sp>
          <p:nvSpPr>
            <p:cNvPr id="1178" name="Text 55">
              <a:extLst>
                <a:ext uri="{FF2B5EF4-FFF2-40B4-BE49-F238E27FC236}">
                  <a16:creationId xmlns:a16="http://schemas.microsoft.com/office/drawing/2014/main" id="{8F725A9D-FF4B-1BBB-232C-3D1DD91E1ECF}"/>
                </a:ext>
              </a:extLst>
            </p:cNvPr>
            <p:cNvSpPr/>
            <p:nvPr/>
          </p:nvSpPr>
          <p:spPr>
            <a:xfrm>
              <a:off x="7430593" y="29373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:5000</a:t>
              </a:r>
              <a:endParaRPr lang="en-US" sz="900" dirty="0"/>
            </a:p>
          </p:txBody>
        </p:sp>
      </p:grpSp>
      <p:cxnSp>
        <p:nvCxnSpPr>
          <p:cNvPr id="106" name="Conector: angular 105">
            <a:extLst>
              <a:ext uri="{FF2B5EF4-FFF2-40B4-BE49-F238E27FC236}">
                <a16:creationId xmlns:a16="http://schemas.microsoft.com/office/drawing/2014/main" id="{785A04E7-0AB7-9E97-AFD1-87D0B4D58FF4}"/>
              </a:ext>
            </a:extLst>
          </p:cNvPr>
          <p:cNvCxnSpPr>
            <a:cxnSpLocks/>
            <a:stCxn id="84" idx="3"/>
            <a:endCxn id="1436" idx="1"/>
          </p:cNvCxnSpPr>
          <p:nvPr/>
        </p:nvCxnSpPr>
        <p:spPr>
          <a:xfrm>
            <a:off x="9897513" y="4806128"/>
            <a:ext cx="385388" cy="87111"/>
          </a:xfrm>
          <a:prstGeom prst="bentConnector3">
            <a:avLst>
              <a:gd name="adj1" fmla="val 63656"/>
            </a:avLst>
          </a:prstGeom>
          <a:ln>
            <a:solidFill>
              <a:srgbClr val="42424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ector: angular 101">
            <a:extLst>
              <a:ext uri="{FF2B5EF4-FFF2-40B4-BE49-F238E27FC236}">
                <a16:creationId xmlns:a16="http://schemas.microsoft.com/office/drawing/2014/main" id="{13B65A2C-F327-1B06-EA2A-C6FB02323BA0}"/>
              </a:ext>
            </a:extLst>
          </p:cNvPr>
          <p:cNvCxnSpPr>
            <a:cxnSpLocks/>
            <a:stCxn id="79" idx="3"/>
            <a:endCxn id="1431" idx="1"/>
          </p:cNvCxnSpPr>
          <p:nvPr/>
        </p:nvCxnSpPr>
        <p:spPr>
          <a:xfrm flipV="1">
            <a:off x="9904165" y="4035791"/>
            <a:ext cx="378851" cy="3786"/>
          </a:xfrm>
          <a:prstGeom prst="bentConnector3">
            <a:avLst>
              <a:gd name="adj1" fmla="val 50000"/>
            </a:avLst>
          </a:prstGeom>
          <a:ln>
            <a:solidFill>
              <a:srgbClr val="26AA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ector: angular 99">
            <a:extLst>
              <a:ext uri="{FF2B5EF4-FFF2-40B4-BE49-F238E27FC236}">
                <a16:creationId xmlns:a16="http://schemas.microsoft.com/office/drawing/2014/main" id="{A7F15F9D-9667-3F5A-8CFF-AA50236144EE}"/>
              </a:ext>
            </a:extLst>
          </p:cNvPr>
          <p:cNvCxnSpPr>
            <a:cxnSpLocks/>
            <a:stCxn id="90" idx="3"/>
            <a:endCxn id="1412" idx="1"/>
          </p:cNvCxnSpPr>
          <p:nvPr/>
        </p:nvCxnSpPr>
        <p:spPr>
          <a:xfrm flipV="1">
            <a:off x="9911606" y="3148557"/>
            <a:ext cx="364044" cy="118287"/>
          </a:xfrm>
          <a:prstGeom prst="bentConnector3">
            <a:avLst>
              <a:gd name="adj1" fmla="val 59035"/>
            </a:avLst>
          </a:prstGeom>
          <a:ln>
            <a:solidFill>
              <a:srgbClr val="573F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26" name="Image 9" descr="Coche con relleno sólido">
            <a:extLst>
              <a:ext uri="{FF2B5EF4-FFF2-40B4-BE49-F238E27FC236}">
                <a16:creationId xmlns:a16="http://schemas.microsoft.com/office/drawing/2014/main" id="{7C0D749B-18E0-6888-3450-2C03E35789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0326290" y="2777070"/>
            <a:ext cx="292608" cy="292608"/>
          </a:xfrm>
          <a:prstGeom prst="rect">
            <a:avLst/>
          </a:prstGeom>
        </p:spPr>
      </p:pic>
      <p:sp>
        <p:nvSpPr>
          <p:cNvPr id="1431" name="Shape 53">
            <a:extLst>
              <a:ext uri="{FF2B5EF4-FFF2-40B4-BE49-F238E27FC236}">
                <a16:creationId xmlns:a16="http://schemas.microsoft.com/office/drawing/2014/main" id="{CA524712-47E2-4715-8C52-F61C3324C880}"/>
              </a:ext>
            </a:extLst>
          </p:cNvPr>
          <p:cNvSpPr/>
          <p:nvPr/>
        </p:nvSpPr>
        <p:spPr>
          <a:xfrm>
            <a:off x="10283016" y="3664304"/>
            <a:ext cx="1717112" cy="742973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5400">
            <a:solidFill>
              <a:srgbClr val="26AA5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r>
              <a:rPr lang="es-ES" sz="14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s-ES" sz="14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osrm-routed</a:t>
            </a:r>
            <a:endParaRPr lang="es-ES" sz="14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algn="ctr"/>
            <a:r>
              <a:rPr lang="es-ES" sz="1400" dirty="0">
                <a:latin typeface="Consolas" panose="020B0609020204030204" pitchFamily="49" charset="0"/>
                <a:cs typeface="Courier New" panose="02070309020205020404" pitchFamily="49" charset="0"/>
              </a:rPr>
              <a:t>--</a:t>
            </a:r>
            <a:r>
              <a:rPr lang="es-E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algorithm</a:t>
            </a:r>
            <a:r>
              <a:rPr lang="es-ES" sz="14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s-E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mld</a:t>
            </a:r>
            <a:br>
              <a:rPr lang="es-ES" sz="14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s-ES" sz="1400" dirty="0">
                <a:latin typeface="Consolas" panose="020B0609020204030204" pitchFamily="49" charset="0"/>
                <a:cs typeface="Courier New" panose="02070309020205020404" pitchFamily="49" charset="0"/>
              </a:rPr>
              <a:t>:5001</a:t>
            </a:r>
          </a:p>
        </p:txBody>
      </p:sp>
      <p:sp>
        <p:nvSpPr>
          <p:cNvPr id="1436" name="Shape 53">
            <a:extLst>
              <a:ext uri="{FF2B5EF4-FFF2-40B4-BE49-F238E27FC236}">
                <a16:creationId xmlns:a16="http://schemas.microsoft.com/office/drawing/2014/main" id="{B373883A-3690-2E11-5386-EB54A8459388}"/>
              </a:ext>
            </a:extLst>
          </p:cNvPr>
          <p:cNvSpPr/>
          <p:nvPr/>
        </p:nvSpPr>
        <p:spPr>
          <a:xfrm>
            <a:off x="10282901" y="4521752"/>
            <a:ext cx="1717112" cy="742973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5400">
            <a:solidFill>
              <a:srgbClr val="42424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r>
              <a:rPr lang="es-ES" sz="14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s-ES" sz="14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osrm-routed</a:t>
            </a:r>
            <a:endParaRPr lang="es-ES" sz="14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algn="ctr"/>
            <a:r>
              <a:rPr lang="es-ES" sz="1400" dirty="0">
                <a:latin typeface="Consolas" panose="020B0609020204030204" pitchFamily="49" charset="0"/>
                <a:cs typeface="Courier New" panose="02070309020205020404" pitchFamily="49" charset="0"/>
              </a:rPr>
              <a:t>--</a:t>
            </a:r>
            <a:r>
              <a:rPr lang="es-E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algorithm</a:t>
            </a:r>
            <a:r>
              <a:rPr lang="es-ES" sz="14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s-E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mld</a:t>
            </a:r>
            <a:br>
              <a:rPr lang="es-ES" sz="14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s-ES" sz="1400" dirty="0">
                <a:latin typeface="Consolas" panose="020B0609020204030204" pitchFamily="49" charset="0"/>
                <a:cs typeface="Courier New" panose="02070309020205020404" pitchFamily="49" charset="0"/>
              </a:rPr>
              <a:t>:5002</a:t>
            </a:r>
          </a:p>
        </p:txBody>
      </p:sp>
      <p:pic>
        <p:nvPicPr>
          <p:cNvPr id="1449" name="Image 9" descr="Triciclo con relleno sólido">
            <a:extLst>
              <a:ext uri="{FF2B5EF4-FFF2-40B4-BE49-F238E27FC236}">
                <a16:creationId xmlns:a16="http://schemas.microsoft.com/office/drawing/2014/main" id="{BD025079-9FF1-9F0E-E21F-5DEAAE6C22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0326290" y="3698604"/>
            <a:ext cx="292608" cy="292608"/>
          </a:xfrm>
          <a:prstGeom prst="rect">
            <a:avLst/>
          </a:prstGeom>
        </p:spPr>
      </p:pic>
      <p:pic>
        <p:nvPicPr>
          <p:cNvPr id="1450" name="Image 9" descr="Andar con relleno sólido">
            <a:extLst>
              <a:ext uri="{FF2B5EF4-FFF2-40B4-BE49-F238E27FC236}">
                <a16:creationId xmlns:a16="http://schemas.microsoft.com/office/drawing/2014/main" id="{91559C0B-CBDB-D9CB-2C6E-BEEC73623C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0322200" y="4550528"/>
            <a:ext cx="300787" cy="300787"/>
          </a:xfrm>
          <a:prstGeom prst="rect">
            <a:avLst/>
          </a:prstGeom>
        </p:spPr>
      </p:pic>
      <p:grpSp>
        <p:nvGrpSpPr>
          <p:cNvPr id="1038" name="Grupo 1037">
            <a:extLst>
              <a:ext uri="{FF2B5EF4-FFF2-40B4-BE49-F238E27FC236}">
                <a16:creationId xmlns:a16="http://schemas.microsoft.com/office/drawing/2014/main" id="{CC5C22B7-F14F-A47C-EA59-899463919CA2}"/>
              </a:ext>
            </a:extLst>
          </p:cNvPr>
          <p:cNvGrpSpPr/>
          <p:nvPr/>
        </p:nvGrpSpPr>
        <p:grpSpPr>
          <a:xfrm>
            <a:off x="1727335" y="1006581"/>
            <a:ext cx="2283509" cy="4360484"/>
            <a:chOff x="1727335" y="1269713"/>
            <a:chExt cx="2283509" cy="4360484"/>
          </a:xfrm>
        </p:grpSpPr>
        <p:grpSp>
          <p:nvGrpSpPr>
            <p:cNvPr id="1397" name="Grupo 1396">
              <a:extLst>
                <a:ext uri="{FF2B5EF4-FFF2-40B4-BE49-F238E27FC236}">
                  <a16:creationId xmlns:a16="http://schemas.microsoft.com/office/drawing/2014/main" id="{78D30DA2-74C1-3C14-03D2-A395B3F31E0A}"/>
                </a:ext>
              </a:extLst>
            </p:cNvPr>
            <p:cNvGrpSpPr/>
            <p:nvPr/>
          </p:nvGrpSpPr>
          <p:grpSpPr>
            <a:xfrm>
              <a:off x="1727335" y="1269713"/>
              <a:ext cx="2283509" cy="4360484"/>
              <a:chOff x="2086465" y="1033825"/>
              <a:chExt cx="2283509" cy="4360484"/>
            </a:xfrm>
          </p:grpSpPr>
          <p:sp>
            <p:nvSpPr>
              <p:cNvPr id="16" name="Shape 53">
                <a:extLst>
                  <a:ext uri="{FF2B5EF4-FFF2-40B4-BE49-F238E27FC236}">
                    <a16:creationId xmlns:a16="http://schemas.microsoft.com/office/drawing/2014/main" id="{2CC15734-CE75-D9A9-7F2C-38C5DE17A15B}"/>
                  </a:ext>
                </a:extLst>
              </p:cNvPr>
              <p:cNvSpPr/>
              <p:nvPr/>
            </p:nvSpPr>
            <p:spPr>
              <a:xfrm>
                <a:off x="2086465" y="1033825"/>
                <a:ext cx="2283509" cy="4360484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25400">
                <a:solidFill>
                  <a:srgbClr val="562C7A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s-ES" sz="1600" b="1" dirty="0" err="1">
                    <a:highlight>
                      <a:srgbClr val="FFFDE7"/>
                    </a:highlight>
                    <a:latin typeface="Consolas" panose="020B0609020204030204" pitchFamily="49" charset="0"/>
                    <a:cs typeface="Courier New" panose="02070309020205020404" pitchFamily="49" charset="0"/>
                  </a:rPr>
                  <a:t>osrm-extract</a:t>
                </a:r>
                <a:endParaRPr lang="es-ES" sz="1600" b="1" dirty="0">
                  <a:highlight>
                    <a:srgbClr val="FFFDE7"/>
                  </a:highlight>
                  <a:latin typeface="Consolas" panose="020B0609020204030204" pitchFamily="49" charset="0"/>
                  <a:cs typeface="Courier New" panose="02070309020205020404" pitchFamily="49" charset="0"/>
                </a:endParaRPr>
              </a:p>
              <a:p>
                <a:pPr algn="ctr"/>
                <a:endParaRPr lang="es-ES" sz="1100" dirty="0">
                  <a:latin typeface="Consolas" panose="020B0609020204030204" pitchFamily="49" charset="0"/>
                  <a:cs typeface="Courier New" panose="02070309020205020404" pitchFamily="49" charset="0"/>
                </a:endParaRPr>
              </a:p>
              <a:p>
                <a:r>
                  <a:rPr lang="es-E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Aplica reglas de movilidad del perfil: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Vías accesibles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Velocidades por tipo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Restricciones de giro</a:t>
                </a:r>
              </a:p>
            </p:txBody>
          </p:sp>
          <p:sp>
            <p:nvSpPr>
              <p:cNvPr id="18" name="Shape 53">
                <a:extLst>
                  <a:ext uri="{FF2B5EF4-FFF2-40B4-BE49-F238E27FC236}">
                    <a16:creationId xmlns:a16="http://schemas.microsoft.com/office/drawing/2014/main" id="{5DD1ACE4-B089-8830-A003-F13EC73C8EBE}"/>
                  </a:ext>
                </a:extLst>
              </p:cNvPr>
              <p:cNvSpPr/>
              <p:nvPr/>
            </p:nvSpPr>
            <p:spPr>
              <a:xfrm>
                <a:off x="2259052" y="3763303"/>
                <a:ext cx="1956217" cy="604161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25400">
                <a:solidFill>
                  <a:srgbClr val="26AA57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pPr algn="r"/>
                <a:r>
                  <a:rPr lang="es-ES" sz="1600" b="1" dirty="0" err="1">
                    <a:latin typeface="Consolas" panose="020B0609020204030204" pitchFamily="49" charset="0"/>
                    <a:cs typeface="Courier New" panose="02070309020205020404" pitchFamily="49" charset="0"/>
                  </a:rPr>
                  <a:t>osrm-extract</a:t>
                </a:r>
                <a:endParaRPr lang="es-ES" sz="1600" b="1" dirty="0">
                  <a:latin typeface="Consolas" panose="020B0609020204030204" pitchFamily="49" charset="0"/>
                  <a:cs typeface="Courier New" panose="02070309020205020404" pitchFamily="49" charset="0"/>
                </a:endParaRPr>
              </a:p>
              <a:p>
                <a:pPr algn="r"/>
                <a:r>
                  <a:rPr lang="es-ES" sz="1600" dirty="0">
                    <a:latin typeface="Consolas" panose="020B0609020204030204" pitchFamily="49" charset="0"/>
                    <a:cs typeface="Courier New" panose="02070309020205020404" pitchFamily="49" charset="0"/>
                  </a:rPr>
                  <a:t>–p </a:t>
                </a:r>
                <a:r>
                  <a:rPr lang="es-ES" sz="1600" dirty="0" err="1">
                    <a:latin typeface="Consolas" panose="020B0609020204030204" pitchFamily="49" charset="0"/>
                    <a:cs typeface="Courier New" panose="02070309020205020404" pitchFamily="49" charset="0"/>
                  </a:rPr>
                  <a:t>bicycle.lua</a:t>
                </a:r>
                <a:endParaRPr lang="es-ES" sz="1600" dirty="0">
                  <a:latin typeface="Consolas" panose="020B06090202040302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0" name="Shape 53">
                <a:extLst>
                  <a:ext uri="{FF2B5EF4-FFF2-40B4-BE49-F238E27FC236}">
                    <a16:creationId xmlns:a16="http://schemas.microsoft.com/office/drawing/2014/main" id="{5792C627-160C-2D1A-5654-5451508C733E}"/>
                  </a:ext>
                </a:extLst>
              </p:cNvPr>
              <p:cNvSpPr/>
              <p:nvPr/>
            </p:nvSpPr>
            <p:spPr>
              <a:xfrm>
                <a:off x="2259052" y="4535432"/>
                <a:ext cx="1956217" cy="604161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25400">
                <a:solidFill>
                  <a:srgbClr val="424242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pPr algn="r"/>
                <a:r>
                  <a:rPr lang="es-ES" sz="1600" b="1" dirty="0" err="1">
                    <a:latin typeface="Consolas" panose="020B0609020204030204" pitchFamily="49" charset="0"/>
                    <a:cs typeface="Courier New" panose="02070309020205020404" pitchFamily="49" charset="0"/>
                  </a:rPr>
                  <a:t>osrm-extract</a:t>
                </a:r>
                <a:endParaRPr lang="es-ES" sz="1600" b="1" dirty="0">
                  <a:latin typeface="Consolas" panose="020B0609020204030204" pitchFamily="49" charset="0"/>
                  <a:cs typeface="Courier New" panose="02070309020205020404" pitchFamily="49" charset="0"/>
                </a:endParaRPr>
              </a:p>
              <a:p>
                <a:pPr algn="r"/>
                <a:r>
                  <a:rPr lang="es-ES" sz="1600" dirty="0">
                    <a:latin typeface="Consolas" panose="020B0609020204030204" pitchFamily="49" charset="0"/>
                    <a:cs typeface="Courier New" panose="02070309020205020404" pitchFamily="49" charset="0"/>
                  </a:rPr>
                  <a:t>–p </a:t>
                </a:r>
                <a:r>
                  <a:rPr lang="es-ES" sz="1600" dirty="0" err="1">
                    <a:latin typeface="Consolas" panose="020B0609020204030204" pitchFamily="49" charset="0"/>
                    <a:cs typeface="Courier New" panose="02070309020205020404" pitchFamily="49" charset="0"/>
                  </a:rPr>
                  <a:t>foot.lua</a:t>
                </a:r>
                <a:endParaRPr lang="es-ES" sz="1600" dirty="0">
                  <a:latin typeface="Consolas" panose="020B06090202040302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2" name="Shape 53">
                <a:extLst>
                  <a:ext uri="{FF2B5EF4-FFF2-40B4-BE49-F238E27FC236}">
                    <a16:creationId xmlns:a16="http://schemas.microsoft.com/office/drawing/2014/main" id="{4BC9BBC4-6DA6-C1B2-855E-6B4FB84C562D}"/>
                  </a:ext>
                </a:extLst>
              </p:cNvPr>
              <p:cNvSpPr/>
              <p:nvPr/>
            </p:nvSpPr>
            <p:spPr>
              <a:xfrm>
                <a:off x="2259052" y="2991173"/>
                <a:ext cx="1948561" cy="604161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25400">
                <a:solidFill>
                  <a:srgbClr val="573FF6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pPr algn="r"/>
                <a:r>
                  <a:rPr lang="es-ES" sz="1600" b="1" dirty="0" err="1">
                    <a:latin typeface="Consolas" panose="020B0609020204030204" pitchFamily="49" charset="0"/>
                    <a:cs typeface="Courier New" panose="02070309020205020404" pitchFamily="49" charset="0"/>
                  </a:rPr>
                  <a:t>osrm-extract</a:t>
                </a:r>
                <a:endParaRPr lang="es-ES" sz="1600" b="1" dirty="0">
                  <a:latin typeface="Consolas" panose="020B0609020204030204" pitchFamily="49" charset="0"/>
                  <a:cs typeface="Courier New" panose="02070309020205020404" pitchFamily="49" charset="0"/>
                </a:endParaRPr>
              </a:p>
              <a:p>
                <a:pPr algn="r"/>
                <a:r>
                  <a:rPr lang="es-ES" sz="1600" dirty="0">
                    <a:latin typeface="Consolas" panose="020B0609020204030204" pitchFamily="49" charset="0"/>
                    <a:cs typeface="Courier New" panose="02070309020205020404" pitchFamily="49" charset="0"/>
                  </a:rPr>
                  <a:t>–p </a:t>
                </a:r>
                <a:r>
                  <a:rPr lang="es-ES" sz="1600" dirty="0" err="1">
                    <a:latin typeface="Consolas" panose="020B0609020204030204" pitchFamily="49" charset="0"/>
                    <a:cs typeface="Courier New" panose="02070309020205020404" pitchFamily="49" charset="0"/>
                  </a:rPr>
                  <a:t>car.lua</a:t>
                </a:r>
                <a:endParaRPr lang="es-ES" sz="1600" dirty="0">
                  <a:latin typeface="Consolas" panose="020B0609020204030204" pitchFamily="49" charset="0"/>
                  <a:cs typeface="Courier New" panose="02070309020205020404" pitchFamily="49" charset="0"/>
                </a:endParaRPr>
              </a:p>
            </p:txBody>
          </p:sp>
        </p:grpSp>
        <p:pic>
          <p:nvPicPr>
            <p:cNvPr id="1457" name="Image 9" descr="Coche con relleno sólido">
              <a:extLst>
                <a:ext uri="{FF2B5EF4-FFF2-40B4-BE49-F238E27FC236}">
                  <a16:creationId xmlns:a16="http://schemas.microsoft.com/office/drawing/2014/main" id="{54DAB0A0-115F-E585-70EB-06CE3A918B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1977247" y="3272786"/>
              <a:ext cx="354099" cy="354099"/>
            </a:xfrm>
            <a:prstGeom prst="rect">
              <a:avLst/>
            </a:prstGeom>
          </p:spPr>
        </p:pic>
        <p:pic>
          <p:nvPicPr>
            <p:cNvPr id="1458" name="Image 9" descr="Triciclo con relleno sólido">
              <a:extLst>
                <a:ext uri="{FF2B5EF4-FFF2-40B4-BE49-F238E27FC236}">
                  <a16:creationId xmlns:a16="http://schemas.microsoft.com/office/drawing/2014/main" id="{D218A625-94ED-8FF0-DF3A-CD1FC77424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1954701" y="4023811"/>
              <a:ext cx="357879" cy="357879"/>
            </a:xfrm>
            <a:prstGeom prst="rect">
              <a:avLst/>
            </a:prstGeom>
          </p:spPr>
        </p:pic>
        <p:pic>
          <p:nvPicPr>
            <p:cNvPr id="1459" name="Image 9" descr="Andar con relleno sólido">
              <a:extLst>
                <a:ext uri="{FF2B5EF4-FFF2-40B4-BE49-F238E27FC236}">
                  <a16:creationId xmlns:a16="http://schemas.microsoft.com/office/drawing/2014/main" id="{A1D5BC2B-A726-78CE-8AFD-E4C4ECAD8E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1955145" y="4830479"/>
              <a:ext cx="338180" cy="338180"/>
            </a:xfrm>
            <a:prstGeom prst="rect">
              <a:avLst/>
            </a:prstGeom>
          </p:spPr>
        </p:pic>
      </p:grpSp>
      <p:pic>
        <p:nvPicPr>
          <p:cNvPr id="1461" name="Imagen 1460">
            <a:extLst>
              <a:ext uri="{FF2B5EF4-FFF2-40B4-BE49-F238E27FC236}">
                <a16:creationId xmlns:a16="http://schemas.microsoft.com/office/drawing/2014/main" id="{687564CB-6645-3568-2AE3-684AA54BE00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393" y="369265"/>
            <a:ext cx="560404" cy="560404"/>
          </a:xfrm>
          <a:prstGeom prst="rect">
            <a:avLst/>
          </a:prstGeom>
        </p:spPr>
      </p:pic>
      <p:grpSp>
        <p:nvGrpSpPr>
          <p:cNvPr id="1029" name="Grupo 1028">
            <a:extLst>
              <a:ext uri="{FF2B5EF4-FFF2-40B4-BE49-F238E27FC236}">
                <a16:creationId xmlns:a16="http://schemas.microsoft.com/office/drawing/2014/main" id="{9B08C81F-2CD1-DC22-C8FC-C7B818A2CD56}"/>
              </a:ext>
            </a:extLst>
          </p:cNvPr>
          <p:cNvGrpSpPr/>
          <p:nvPr/>
        </p:nvGrpSpPr>
        <p:grpSpPr>
          <a:xfrm>
            <a:off x="4173920" y="5680309"/>
            <a:ext cx="1999112" cy="568360"/>
            <a:chOff x="4183395" y="5750600"/>
            <a:chExt cx="1999112" cy="568360"/>
          </a:xfrm>
        </p:grpSpPr>
        <p:sp>
          <p:nvSpPr>
            <p:cNvPr id="1024" name="Shape 8">
              <a:extLst>
                <a:ext uri="{FF2B5EF4-FFF2-40B4-BE49-F238E27FC236}">
                  <a16:creationId xmlns:a16="http://schemas.microsoft.com/office/drawing/2014/main" id="{3320D446-1B1E-C5C0-DB9E-62A5609AE974}"/>
                </a:ext>
              </a:extLst>
            </p:cNvPr>
            <p:cNvSpPr/>
            <p:nvPr/>
          </p:nvSpPr>
          <p:spPr>
            <a:xfrm>
              <a:off x="4183395" y="5750600"/>
              <a:ext cx="1999112" cy="568360"/>
            </a:xfrm>
            <a:prstGeom prst="roundRect">
              <a:avLst>
                <a:gd name="adj" fmla="val 9259"/>
              </a:avLst>
            </a:prstGeom>
            <a:solidFill>
              <a:schemeClr val="bg1"/>
            </a:solidFill>
            <a:ln w="19050">
              <a:solidFill>
                <a:srgbClr val="F9A825"/>
              </a:solidFill>
              <a:prstDash val="solid"/>
            </a:ln>
          </p:spPr>
          <p:txBody>
            <a:bodyPr anchor="ctr"/>
            <a:lstStyle/>
            <a:p>
              <a:pPr algn="r"/>
              <a:r>
                <a:rPr lang="es-ES" sz="1200" b="1" dirty="0" err="1">
                  <a:latin typeface="Consolas" panose="020B0609020204030204" pitchFamily="49" charset="0"/>
                </a:rPr>
                <a:t>clm.osrm.partition</a:t>
              </a:r>
              <a:br>
                <a:rPr lang="es-ES" sz="1200" b="1" dirty="0">
                  <a:latin typeface="Consolas" panose="020B0609020204030204" pitchFamily="49" charset="0"/>
                </a:rPr>
              </a:br>
              <a:r>
                <a:rPr lang="es-ES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Partición jerárquica</a:t>
              </a:r>
            </a:p>
          </p:txBody>
        </p:sp>
        <p:pic>
          <p:nvPicPr>
            <p:cNvPr id="1028" name="Gráfico 1027">
              <a:extLst>
                <a:ext uri="{FF2B5EF4-FFF2-40B4-BE49-F238E27FC236}">
                  <a16:creationId xmlns:a16="http://schemas.microsoft.com/office/drawing/2014/main" id="{8FDD2606-D05A-3FC5-E47D-082546B7D6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183395" y="5829807"/>
              <a:ext cx="414919" cy="409946"/>
            </a:xfrm>
            <a:prstGeom prst="rect">
              <a:avLst/>
            </a:prstGeom>
          </p:spPr>
        </p:pic>
      </p:grpSp>
      <p:grpSp>
        <p:nvGrpSpPr>
          <p:cNvPr id="1031" name="Grupo 1030">
            <a:extLst>
              <a:ext uri="{FF2B5EF4-FFF2-40B4-BE49-F238E27FC236}">
                <a16:creationId xmlns:a16="http://schemas.microsoft.com/office/drawing/2014/main" id="{D65061E2-560F-B2FC-1F52-3D90B0653045}"/>
              </a:ext>
            </a:extLst>
          </p:cNvPr>
          <p:cNvGrpSpPr/>
          <p:nvPr/>
        </p:nvGrpSpPr>
        <p:grpSpPr>
          <a:xfrm>
            <a:off x="2121044" y="5686612"/>
            <a:ext cx="1496090" cy="568360"/>
            <a:chOff x="4183395" y="5750600"/>
            <a:chExt cx="1496090" cy="568360"/>
          </a:xfrm>
        </p:grpSpPr>
        <p:sp>
          <p:nvSpPr>
            <p:cNvPr id="1033" name="Shape 8">
              <a:extLst>
                <a:ext uri="{FF2B5EF4-FFF2-40B4-BE49-F238E27FC236}">
                  <a16:creationId xmlns:a16="http://schemas.microsoft.com/office/drawing/2014/main" id="{9939866B-5580-711B-181C-7434A085DBAD}"/>
                </a:ext>
              </a:extLst>
            </p:cNvPr>
            <p:cNvSpPr/>
            <p:nvPr/>
          </p:nvSpPr>
          <p:spPr>
            <a:xfrm>
              <a:off x="4183395" y="5750600"/>
              <a:ext cx="1496090" cy="568360"/>
            </a:xfrm>
            <a:prstGeom prst="roundRect">
              <a:avLst>
                <a:gd name="adj" fmla="val 9259"/>
              </a:avLst>
            </a:prstGeom>
            <a:solidFill>
              <a:schemeClr val="bg1"/>
            </a:solidFill>
            <a:ln w="19050">
              <a:solidFill>
                <a:srgbClr val="F9A825"/>
              </a:solidFill>
              <a:prstDash val="solid"/>
            </a:ln>
          </p:spPr>
          <p:txBody>
            <a:bodyPr anchor="ctr"/>
            <a:lstStyle/>
            <a:p>
              <a:pPr algn="r"/>
              <a:r>
                <a:rPr lang="es-ES" sz="1200" b="1" dirty="0" err="1">
                  <a:latin typeface="Consolas" panose="020B0609020204030204" pitchFamily="49" charset="0"/>
                </a:rPr>
                <a:t>clm.osrm</a:t>
              </a:r>
              <a:br>
                <a:rPr lang="es-ES" sz="1200" b="1" dirty="0">
                  <a:latin typeface="Consolas" panose="020B0609020204030204" pitchFamily="49" charset="0"/>
                </a:rPr>
              </a:br>
              <a:r>
                <a:rPr lang="es-ES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Grafo principal</a:t>
              </a:r>
            </a:p>
          </p:txBody>
        </p:sp>
        <p:pic>
          <p:nvPicPr>
            <p:cNvPr id="1034" name="Gráfico 1033">
              <a:extLst>
                <a:ext uri="{FF2B5EF4-FFF2-40B4-BE49-F238E27FC236}">
                  <a16:creationId xmlns:a16="http://schemas.microsoft.com/office/drawing/2014/main" id="{4DCCC494-C5C7-86AF-02B4-5E395A819B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183395" y="5829807"/>
              <a:ext cx="414919" cy="409946"/>
            </a:xfrm>
            <a:prstGeom prst="rect">
              <a:avLst/>
            </a:prstGeom>
          </p:spPr>
        </p:pic>
      </p:grpSp>
      <p:grpSp>
        <p:nvGrpSpPr>
          <p:cNvPr id="1035" name="Grupo 1034">
            <a:extLst>
              <a:ext uri="{FF2B5EF4-FFF2-40B4-BE49-F238E27FC236}">
                <a16:creationId xmlns:a16="http://schemas.microsoft.com/office/drawing/2014/main" id="{89FCDA10-320C-7DAF-A5A3-60ECA8C5A42C}"/>
              </a:ext>
            </a:extLst>
          </p:cNvPr>
          <p:cNvGrpSpPr/>
          <p:nvPr/>
        </p:nvGrpSpPr>
        <p:grpSpPr>
          <a:xfrm>
            <a:off x="6710252" y="5570422"/>
            <a:ext cx="1464117" cy="356714"/>
            <a:chOff x="4183395" y="5750600"/>
            <a:chExt cx="1464117" cy="356714"/>
          </a:xfrm>
        </p:grpSpPr>
        <p:sp>
          <p:nvSpPr>
            <p:cNvPr id="1036" name="Shape 8">
              <a:extLst>
                <a:ext uri="{FF2B5EF4-FFF2-40B4-BE49-F238E27FC236}">
                  <a16:creationId xmlns:a16="http://schemas.microsoft.com/office/drawing/2014/main" id="{246304B0-D619-0781-413D-EDFB770323A9}"/>
                </a:ext>
              </a:extLst>
            </p:cNvPr>
            <p:cNvSpPr/>
            <p:nvPr/>
          </p:nvSpPr>
          <p:spPr>
            <a:xfrm>
              <a:off x="4183395" y="5750600"/>
              <a:ext cx="1464117" cy="356714"/>
            </a:xfrm>
            <a:prstGeom prst="roundRect">
              <a:avLst>
                <a:gd name="adj" fmla="val 9259"/>
              </a:avLst>
            </a:prstGeom>
            <a:solidFill>
              <a:schemeClr val="bg1"/>
            </a:solidFill>
            <a:ln w="19050">
              <a:solidFill>
                <a:srgbClr val="F9A825"/>
              </a:solidFill>
              <a:prstDash val="solid"/>
            </a:ln>
          </p:spPr>
          <p:txBody>
            <a:bodyPr anchor="ctr"/>
            <a:lstStyle/>
            <a:p>
              <a:pPr algn="r"/>
              <a:r>
                <a:rPr lang="es-ES" sz="1000" b="1" dirty="0" err="1">
                  <a:latin typeface="Consolas" panose="020B0609020204030204" pitchFamily="49" charset="0"/>
                </a:rPr>
                <a:t>clm.osrm.cells</a:t>
              </a:r>
              <a:br>
                <a:rPr lang="es-ES" sz="1000" b="1" dirty="0">
                  <a:latin typeface="Consolas" panose="020B0609020204030204" pitchFamily="49" charset="0"/>
                </a:rPr>
              </a:br>
              <a:r>
                <a:rPr lang="es-ES" sz="9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Celdas MLD</a:t>
              </a:r>
            </a:p>
          </p:txBody>
        </p:sp>
        <p:pic>
          <p:nvPicPr>
            <p:cNvPr id="1037" name="Gráfico 1036">
              <a:extLst>
                <a:ext uri="{FF2B5EF4-FFF2-40B4-BE49-F238E27FC236}">
                  <a16:creationId xmlns:a16="http://schemas.microsoft.com/office/drawing/2014/main" id="{8264CDD3-55B2-44BC-1E32-D27FAB6635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202833" y="5791272"/>
              <a:ext cx="297824" cy="294254"/>
            </a:xfrm>
            <a:prstGeom prst="rect">
              <a:avLst/>
            </a:prstGeom>
          </p:spPr>
        </p:pic>
      </p:grp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2EA014C8-C9AC-6519-3478-9053142DE2CE}"/>
              </a:ext>
            </a:extLst>
          </p:cNvPr>
          <p:cNvCxnSpPr>
            <a:cxnSpLocks/>
            <a:stCxn id="1312" idx="3"/>
            <a:endCxn id="12" idx="1"/>
          </p:cNvCxnSpPr>
          <p:nvPr/>
        </p:nvCxnSpPr>
        <p:spPr>
          <a:xfrm flipV="1">
            <a:off x="1227688" y="3266010"/>
            <a:ext cx="672234" cy="774166"/>
          </a:xfrm>
          <a:prstGeom prst="bentConnector3">
            <a:avLst>
              <a:gd name="adj1" fmla="val 50000"/>
            </a:avLst>
          </a:prstGeom>
          <a:ln>
            <a:solidFill>
              <a:srgbClr val="573F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2F6A10E5-4C42-D3BF-6326-09C535BD9146}"/>
              </a:ext>
            </a:extLst>
          </p:cNvPr>
          <p:cNvCxnSpPr>
            <a:cxnSpLocks/>
            <a:stCxn id="1312" idx="3"/>
            <a:endCxn id="18" idx="1"/>
          </p:cNvCxnSpPr>
          <p:nvPr/>
        </p:nvCxnSpPr>
        <p:spPr>
          <a:xfrm flipV="1">
            <a:off x="1227688" y="4038140"/>
            <a:ext cx="672234" cy="2036"/>
          </a:xfrm>
          <a:prstGeom prst="bentConnector3">
            <a:avLst>
              <a:gd name="adj1" fmla="val 50000"/>
            </a:avLst>
          </a:prstGeom>
          <a:ln>
            <a:solidFill>
              <a:srgbClr val="26AA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60CD4A74-4DB8-6B7D-F24A-AEB16BD8440A}"/>
              </a:ext>
            </a:extLst>
          </p:cNvPr>
          <p:cNvCxnSpPr>
            <a:cxnSpLocks/>
            <a:stCxn id="1312" idx="3"/>
            <a:endCxn id="20" idx="1"/>
          </p:cNvCxnSpPr>
          <p:nvPr/>
        </p:nvCxnSpPr>
        <p:spPr>
          <a:xfrm>
            <a:off x="1227688" y="4040176"/>
            <a:ext cx="672234" cy="770093"/>
          </a:xfrm>
          <a:prstGeom prst="bentConnector3">
            <a:avLst>
              <a:gd name="adj1" fmla="val 50000"/>
            </a:avLst>
          </a:prstGeom>
          <a:ln>
            <a:solidFill>
              <a:srgbClr val="42424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: angular 46">
            <a:extLst>
              <a:ext uri="{FF2B5EF4-FFF2-40B4-BE49-F238E27FC236}">
                <a16:creationId xmlns:a16="http://schemas.microsoft.com/office/drawing/2014/main" id="{847D9914-0193-19B4-FC02-FEC9EB0B365C}"/>
              </a:ext>
            </a:extLst>
          </p:cNvPr>
          <p:cNvCxnSpPr>
            <a:cxnSpLocks/>
            <a:stCxn id="12" idx="3"/>
            <a:endCxn id="37" idx="1"/>
          </p:cNvCxnSpPr>
          <p:nvPr/>
        </p:nvCxnSpPr>
        <p:spPr>
          <a:xfrm flipV="1">
            <a:off x="3848483" y="3263233"/>
            <a:ext cx="463805" cy="2777"/>
          </a:xfrm>
          <a:prstGeom prst="bentConnector3">
            <a:avLst/>
          </a:prstGeom>
          <a:ln>
            <a:solidFill>
              <a:srgbClr val="573F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E9A1ADE4-DE59-F46B-8313-6C355A0B28A9}"/>
              </a:ext>
            </a:extLst>
          </p:cNvPr>
          <p:cNvCxnSpPr>
            <a:stCxn id="18" idx="3"/>
            <a:endCxn id="38" idx="1"/>
          </p:cNvCxnSpPr>
          <p:nvPr/>
        </p:nvCxnSpPr>
        <p:spPr>
          <a:xfrm>
            <a:off x="3856139" y="4038140"/>
            <a:ext cx="456149" cy="3012"/>
          </a:xfrm>
          <a:prstGeom prst="bentConnector3">
            <a:avLst/>
          </a:prstGeom>
          <a:ln>
            <a:solidFill>
              <a:srgbClr val="26AA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: angular 52">
            <a:extLst>
              <a:ext uri="{FF2B5EF4-FFF2-40B4-BE49-F238E27FC236}">
                <a16:creationId xmlns:a16="http://schemas.microsoft.com/office/drawing/2014/main" id="{D667326E-84AB-B9D2-3B82-FD08E3CF09A4}"/>
              </a:ext>
            </a:extLst>
          </p:cNvPr>
          <p:cNvCxnSpPr>
            <a:cxnSpLocks/>
            <a:stCxn id="20" idx="3"/>
            <a:endCxn id="39" idx="1"/>
          </p:cNvCxnSpPr>
          <p:nvPr/>
        </p:nvCxnSpPr>
        <p:spPr>
          <a:xfrm flipV="1">
            <a:off x="3856139" y="4809221"/>
            <a:ext cx="460575" cy="1048"/>
          </a:xfrm>
          <a:prstGeom prst="bentConnector3">
            <a:avLst/>
          </a:prstGeom>
          <a:ln>
            <a:solidFill>
              <a:srgbClr val="42424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3" name="Grupo 1082">
            <a:extLst>
              <a:ext uri="{FF2B5EF4-FFF2-40B4-BE49-F238E27FC236}">
                <a16:creationId xmlns:a16="http://schemas.microsoft.com/office/drawing/2014/main" id="{AEABC946-B1B0-C63E-AAEE-49B3A88EAB82}"/>
              </a:ext>
            </a:extLst>
          </p:cNvPr>
          <p:cNvGrpSpPr/>
          <p:nvPr/>
        </p:nvGrpSpPr>
        <p:grpSpPr>
          <a:xfrm>
            <a:off x="6498415" y="5994322"/>
            <a:ext cx="1682365" cy="409946"/>
            <a:chOff x="6584564" y="6115284"/>
            <a:chExt cx="1682365" cy="409946"/>
          </a:xfrm>
        </p:grpSpPr>
        <p:sp>
          <p:nvSpPr>
            <p:cNvPr id="1079" name="Shape 8">
              <a:extLst>
                <a:ext uri="{FF2B5EF4-FFF2-40B4-BE49-F238E27FC236}">
                  <a16:creationId xmlns:a16="http://schemas.microsoft.com/office/drawing/2014/main" id="{A7CDA10F-BC15-57B7-3ACD-F5311618F61E}"/>
                </a:ext>
              </a:extLst>
            </p:cNvPr>
            <p:cNvSpPr/>
            <p:nvPr/>
          </p:nvSpPr>
          <p:spPr>
            <a:xfrm>
              <a:off x="6584564" y="6115284"/>
              <a:ext cx="1682365" cy="409946"/>
            </a:xfrm>
            <a:prstGeom prst="roundRect">
              <a:avLst>
                <a:gd name="adj" fmla="val 9259"/>
              </a:avLst>
            </a:prstGeom>
            <a:solidFill>
              <a:schemeClr val="bg1"/>
            </a:solidFill>
            <a:ln w="19050">
              <a:solidFill>
                <a:srgbClr val="F9A825"/>
              </a:solidFill>
              <a:prstDash val="solid"/>
            </a:ln>
          </p:spPr>
          <p:txBody>
            <a:bodyPr anchor="ctr"/>
            <a:lstStyle/>
            <a:p>
              <a:pPr algn="r"/>
              <a:r>
                <a:rPr lang="es-ES" sz="1000" b="1" dirty="0" err="1">
                  <a:latin typeface="Consolas" panose="020B0609020204030204" pitchFamily="49" charset="0"/>
                </a:rPr>
                <a:t>clm.osrm.cell_metrics</a:t>
              </a:r>
              <a:br>
                <a:rPr lang="es-ES" sz="1000" b="1" dirty="0">
                  <a:latin typeface="Consolas" panose="020B0609020204030204" pitchFamily="49" charset="0"/>
                </a:rPr>
              </a:br>
              <a:r>
                <a:rPr lang="es-ES" sz="9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Pesos por celda</a:t>
              </a:r>
            </a:p>
          </p:txBody>
        </p:sp>
        <p:pic>
          <p:nvPicPr>
            <p:cNvPr id="1082" name="Gráfico 1081">
              <a:extLst>
                <a:ext uri="{FF2B5EF4-FFF2-40B4-BE49-F238E27FC236}">
                  <a16:creationId xmlns:a16="http://schemas.microsoft.com/office/drawing/2014/main" id="{82DEF794-9A81-3A5B-26BE-3460DF06CF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584564" y="6345414"/>
              <a:ext cx="181997" cy="179815"/>
            </a:xfrm>
            <a:prstGeom prst="rect">
              <a:avLst/>
            </a:prstGeom>
          </p:spPr>
        </p:pic>
      </p:grpSp>
      <p:cxnSp>
        <p:nvCxnSpPr>
          <p:cNvPr id="1085" name="Conector: angular 1084">
            <a:extLst>
              <a:ext uri="{FF2B5EF4-FFF2-40B4-BE49-F238E27FC236}">
                <a16:creationId xmlns:a16="http://schemas.microsoft.com/office/drawing/2014/main" id="{3C2B9FBF-DA11-3729-AD78-ABE92588D866}"/>
              </a:ext>
            </a:extLst>
          </p:cNvPr>
          <p:cNvCxnSpPr>
            <a:cxnSpLocks/>
            <a:stCxn id="16" idx="2"/>
            <a:endCxn id="1033" idx="0"/>
          </p:cNvCxnSpPr>
          <p:nvPr/>
        </p:nvCxnSpPr>
        <p:spPr>
          <a:xfrm rot="5400000">
            <a:off x="2709317" y="5526838"/>
            <a:ext cx="319547" cy="1"/>
          </a:xfrm>
          <a:prstGeom prst="bentConnector3">
            <a:avLst/>
          </a:prstGeom>
          <a:ln>
            <a:solidFill>
              <a:srgbClr val="562C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2" name="Conector: angular 1471">
            <a:extLst>
              <a:ext uri="{FF2B5EF4-FFF2-40B4-BE49-F238E27FC236}">
                <a16:creationId xmlns:a16="http://schemas.microsoft.com/office/drawing/2014/main" id="{51D54BC3-AC51-249B-FC61-58D365ED88B5}"/>
              </a:ext>
            </a:extLst>
          </p:cNvPr>
          <p:cNvCxnSpPr>
            <a:cxnSpLocks/>
            <a:stCxn id="22" idx="2"/>
            <a:endCxn id="1024" idx="0"/>
          </p:cNvCxnSpPr>
          <p:nvPr/>
        </p:nvCxnSpPr>
        <p:spPr>
          <a:xfrm rot="5400000">
            <a:off x="5021798" y="5526248"/>
            <a:ext cx="305739" cy="2382"/>
          </a:xfrm>
          <a:prstGeom prst="bentConnector3">
            <a:avLst/>
          </a:prstGeom>
          <a:ln>
            <a:solidFill>
              <a:srgbClr val="562C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5" name="Conector: angular 1474">
            <a:extLst>
              <a:ext uri="{FF2B5EF4-FFF2-40B4-BE49-F238E27FC236}">
                <a16:creationId xmlns:a16="http://schemas.microsoft.com/office/drawing/2014/main" id="{CD430F0A-EB04-C608-E14C-5919865FCC3D}"/>
              </a:ext>
            </a:extLst>
          </p:cNvPr>
          <p:cNvCxnSpPr>
            <a:cxnSpLocks/>
            <a:stCxn id="23" idx="2"/>
            <a:endCxn id="1079" idx="1"/>
          </p:cNvCxnSpPr>
          <p:nvPr/>
        </p:nvCxnSpPr>
        <p:spPr>
          <a:xfrm rot="5400000">
            <a:off x="6484397" y="5388588"/>
            <a:ext cx="824725" cy="796688"/>
          </a:xfrm>
          <a:prstGeom prst="bentConnector4">
            <a:avLst>
              <a:gd name="adj1" fmla="val 8060"/>
              <a:gd name="adj2" fmla="val 117959"/>
            </a:avLst>
          </a:prstGeom>
          <a:ln>
            <a:solidFill>
              <a:srgbClr val="562C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7" name="Conector: angular 1486">
            <a:extLst>
              <a:ext uri="{FF2B5EF4-FFF2-40B4-BE49-F238E27FC236}">
                <a16:creationId xmlns:a16="http://schemas.microsoft.com/office/drawing/2014/main" id="{F1475716-4E55-3356-F492-C55137DA7356}"/>
              </a:ext>
            </a:extLst>
          </p:cNvPr>
          <p:cNvCxnSpPr>
            <a:cxnSpLocks/>
            <a:stCxn id="23" idx="2"/>
            <a:endCxn id="1036" idx="1"/>
          </p:cNvCxnSpPr>
          <p:nvPr/>
        </p:nvCxnSpPr>
        <p:spPr>
          <a:xfrm rot="5400000">
            <a:off x="6815574" y="5269249"/>
            <a:ext cx="374209" cy="584851"/>
          </a:xfrm>
          <a:prstGeom prst="bentConnector4">
            <a:avLst>
              <a:gd name="adj1" fmla="val 17379"/>
              <a:gd name="adj2" fmla="val 160458"/>
            </a:avLst>
          </a:prstGeom>
          <a:ln>
            <a:solidFill>
              <a:srgbClr val="562C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1" name="Conector: angular 1500">
            <a:extLst>
              <a:ext uri="{FF2B5EF4-FFF2-40B4-BE49-F238E27FC236}">
                <a16:creationId xmlns:a16="http://schemas.microsoft.com/office/drawing/2014/main" id="{AC702430-81DC-9154-7CF8-FC02B7E68849}"/>
              </a:ext>
            </a:extLst>
          </p:cNvPr>
          <p:cNvCxnSpPr>
            <a:cxnSpLocks/>
          </p:cNvCxnSpPr>
          <p:nvPr/>
        </p:nvCxnSpPr>
        <p:spPr>
          <a:xfrm>
            <a:off x="2869090" y="6248669"/>
            <a:ext cx="5519258" cy="323170"/>
          </a:xfrm>
          <a:prstGeom prst="bentConnector3">
            <a:avLst>
              <a:gd name="adj1" fmla="val 59"/>
            </a:avLst>
          </a:prstGeom>
          <a:ln>
            <a:solidFill>
              <a:srgbClr val="F8993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9" name="Conector: angular 1508">
            <a:extLst>
              <a:ext uri="{FF2B5EF4-FFF2-40B4-BE49-F238E27FC236}">
                <a16:creationId xmlns:a16="http://schemas.microsoft.com/office/drawing/2014/main" id="{5191FBCF-F540-FB2B-6C3B-449A75C90904}"/>
              </a:ext>
            </a:extLst>
          </p:cNvPr>
          <p:cNvCxnSpPr>
            <a:cxnSpLocks/>
            <a:stCxn id="1024" idx="2"/>
          </p:cNvCxnSpPr>
          <p:nvPr/>
        </p:nvCxnSpPr>
        <p:spPr>
          <a:xfrm rot="16200000" flipH="1">
            <a:off x="6665977" y="4756168"/>
            <a:ext cx="229871" cy="3214872"/>
          </a:xfrm>
          <a:prstGeom prst="bentConnector2">
            <a:avLst/>
          </a:prstGeom>
          <a:ln>
            <a:solidFill>
              <a:srgbClr val="F8993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6" name="Conector: angular 1515">
            <a:extLst>
              <a:ext uri="{FF2B5EF4-FFF2-40B4-BE49-F238E27FC236}">
                <a16:creationId xmlns:a16="http://schemas.microsoft.com/office/drawing/2014/main" id="{FC6B7D83-F3F3-E17A-CD1F-7A37A0B85D0B}"/>
              </a:ext>
            </a:extLst>
          </p:cNvPr>
          <p:cNvCxnSpPr>
            <a:stCxn id="1079" idx="3"/>
          </p:cNvCxnSpPr>
          <p:nvPr/>
        </p:nvCxnSpPr>
        <p:spPr>
          <a:xfrm>
            <a:off x="8180780" y="6199295"/>
            <a:ext cx="207568" cy="12700"/>
          </a:xfrm>
          <a:prstGeom prst="bentConnector3">
            <a:avLst>
              <a:gd name="adj1" fmla="val -709"/>
            </a:avLst>
          </a:prstGeom>
          <a:ln>
            <a:solidFill>
              <a:srgbClr val="F8993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9" name="Conector: angular 1518">
            <a:extLst>
              <a:ext uri="{FF2B5EF4-FFF2-40B4-BE49-F238E27FC236}">
                <a16:creationId xmlns:a16="http://schemas.microsoft.com/office/drawing/2014/main" id="{27DA852C-FFF7-BF0B-9D02-329939561286}"/>
              </a:ext>
            </a:extLst>
          </p:cNvPr>
          <p:cNvCxnSpPr>
            <a:stCxn id="1036" idx="3"/>
          </p:cNvCxnSpPr>
          <p:nvPr/>
        </p:nvCxnSpPr>
        <p:spPr>
          <a:xfrm>
            <a:off x="8174369" y="5748779"/>
            <a:ext cx="213979" cy="10737"/>
          </a:xfrm>
          <a:prstGeom prst="bentConnector3">
            <a:avLst>
              <a:gd name="adj1" fmla="val 811"/>
            </a:avLst>
          </a:prstGeom>
          <a:ln>
            <a:solidFill>
              <a:srgbClr val="F8993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89" name="Gráfico 1088">
            <a:extLst>
              <a:ext uri="{FF2B5EF4-FFF2-40B4-BE49-F238E27FC236}">
                <a16:creationId xmlns:a16="http://schemas.microsoft.com/office/drawing/2014/main" id="{9655BD63-B5A6-23D8-B582-DDFFE3B810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65601" y="1813724"/>
            <a:ext cx="248823" cy="245840"/>
          </a:xfrm>
          <a:prstGeom prst="rect">
            <a:avLst/>
          </a:prstGeom>
        </p:spPr>
      </p:pic>
      <p:pic>
        <p:nvPicPr>
          <p:cNvPr id="1090" name="Gráfico 1089">
            <a:extLst>
              <a:ext uri="{FF2B5EF4-FFF2-40B4-BE49-F238E27FC236}">
                <a16:creationId xmlns:a16="http://schemas.microsoft.com/office/drawing/2014/main" id="{B0D3F664-2FC9-020C-F579-6487613422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64653" y="2026758"/>
            <a:ext cx="248823" cy="245840"/>
          </a:xfrm>
          <a:prstGeom prst="rect">
            <a:avLst/>
          </a:prstGeom>
        </p:spPr>
      </p:pic>
      <p:pic>
        <p:nvPicPr>
          <p:cNvPr id="1091" name="Gráfico 1090">
            <a:extLst>
              <a:ext uri="{FF2B5EF4-FFF2-40B4-BE49-F238E27FC236}">
                <a16:creationId xmlns:a16="http://schemas.microsoft.com/office/drawing/2014/main" id="{D79C75BC-F3CF-358B-6D64-F16BE1D4D7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65601" y="2241542"/>
            <a:ext cx="248823" cy="245840"/>
          </a:xfrm>
          <a:prstGeom prst="rect">
            <a:avLst/>
          </a:prstGeom>
        </p:spPr>
      </p:pic>
      <p:pic>
        <p:nvPicPr>
          <p:cNvPr id="1092" name="Gráfico 1091">
            <a:extLst>
              <a:ext uri="{FF2B5EF4-FFF2-40B4-BE49-F238E27FC236}">
                <a16:creationId xmlns:a16="http://schemas.microsoft.com/office/drawing/2014/main" id="{80AC92E9-9FA4-3222-AC03-ABB7A84AE3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65601" y="2457902"/>
            <a:ext cx="248823" cy="245840"/>
          </a:xfrm>
          <a:prstGeom prst="rect">
            <a:avLst/>
          </a:prstGeom>
        </p:spPr>
      </p:pic>
      <p:pic>
        <p:nvPicPr>
          <p:cNvPr id="1093" name="Gráfico 1092">
            <a:extLst>
              <a:ext uri="{FF2B5EF4-FFF2-40B4-BE49-F238E27FC236}">
                <a16:creationId xmlns:a16="http://schemas.microsoft.com/office/drawing/2014/main" id="{A656F81F-E1A3-DB2C-5763-36FB504EA1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65601" y="2667953"/>
            <a:ext cx="248823" cy="24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2445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EA5B49C5DE5F44CB629258CFB70E19D" ma:contentTypeVersion="18" ma:contentTypeDescription="Crear nuevo documento." ma:contentTypeScope="" ma:versionID="74d7687ff137e87fb3b1bb4914d165da">
  <xsd:schema xmlns:xsd="http://www.w3.org/2001/XMLSchema" xmlns:xs="http://www.w3.org/2001/XMLSchema" xmlns:p="http://schemas.microsoft.com/office/2006/metadata/properties" xmlns:ns3="da169425-153d-4080-8705-45c92938e7f0" xmlns:ns4="89f1de4a-40f7-4e81-987b-401414521485" targetNamespace="http://schemas.microsoft.com/office/2006/metadata/properties" ma:root="true" ma:fieldsID="4c882593e756bab23045d9ebaf71ae2a" ns3:_="" ns4:_="">
    <xsd:import namespace="da169425-153d-4080-8705-45c92938e7f0"/>
    <xsd:import namespace="89f1de4a-40f7-4e81-987b-40141452148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169425-153d-4080-8705-45c92938e7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1de4a-40f7-4e81-987b-4014145214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a169425-153d-4080-8705-45c92938e7f0" xsi:nil="true"/>
  </documentManagement>
</p:properties>
</file>

<file path=customXml/itemProps1.xml><?xml version="1.0" encoding="utf-8"?>
<ds:datastoreItem xmlns:ds="http://schemas.openxmlformats.org/officeDocument/2006/customXml" ds:itemID="{F22018BE-1405-4A4B-BB67-C88962BABD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169425-153d-4080-8705-45c92938e7f0"/>
    <ds:schemaRef ds:uri="89f1de4a-40f7-4e81-987b-4014145214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1C400D-5C3C-43E3-9C88-F800C5BA22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10D70F7-8416-46C5-896C-E4C67671FD25}">
  <ds:schemaRefs>
    <ds:schemaRef ds:uri="89f1de4a-40f7-4e81-987b-401414521485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da169425-153d-4080-8705-45c92938e7f0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3132</TotalTime>
  <Words>503</Words>
  <Application>Microsoft Office PowerPoint</Application>
  <PresentationFormat>Panorámica</PresentationFormat>
  <Paragraphs>155</Paragraphs>
  <Slides>7</Slides>
  <Notes>3</Notes>
  <HiddenSlides>4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Consolas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IVÁN VICENTE HERNÁNDEZ GARCÍA DE MORA</dc:creator>
  <cp:lastModifiedBy>IVÁN VICENTE HERNÁNDEZ GARCÍA DE MORA</cp:lastModifiedBy>
  <cp:revision>33</cp:revision>
  <dcterms:created xsi:type="dcterms:W3CDTF">2026-04-21T15:15:57Z</dcterms:created>
  <dcterms:modified xsi:type="dcterms:W3CDTF">2026-07-06T03:51:14Z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0x010100DEA5B49C5DE5F44CB629258CFB70E19D</vt:lpwstr>
  </property>
</Properties>
</file>